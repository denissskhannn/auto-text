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Krona One" panose="020B0604020202020204" charset="0"/>
      <p:regular r:id="rId11"/>
    </p:embeddedFont>
    <p:embeddedFont>
      <p:font typeface="Passion One" panose="020B0604020202020204" charset="0"/>
      <p:regular r:id="rId12"/>
      <p:bold r:id="rId13"/>
    </p:embeddedFont>
    <p:embeddedFont>
      <p:font typeface="PT Sans" panose="020B0503020203020204" pitchFamily="34" charset="-52"/>
      <p:regular r:id="rId14"/>
      <p:bold r:id="rId15"/>
      <p:italic r:id="rId16"/>
      <p:boldItalic r:id="rId17"/>
    </p:embeddedFont>
    <p:embeddedFont>
      <p:font typeface="PT Sans Narrow" panose="020B0506020203020204" pitchFamily="34" charset="-52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8DDD96-1C10-4764-9171-92D80C2AFF9C}">
  <a:tblStyle styleId="{208DDD96-1C10-4764-9171-92D80C2AFF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621285e71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3621285e71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3b6e129b27e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3b6e129b27e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e79a710220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e79a710220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b6e129b27e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3b6e129b27e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b6e129b27e_3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3b6e129b27e_3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3b6e129b27e_3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3b6e129b27e_3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3b6e129b27e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3b6e129b27e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b6e129b27e_3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3b6e129b27e_3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2700000">
            <a:off x="594699" y="3914116"/>
            <a:ext cx="982912" cy="1216835"/>
            <a:chOff x="3723300" y="6133000"/>
            <a:chExt cx="746775" cy="924500"/>
          </a:xfrm>
        </p:grpSpPr>
        <p:sp>
          <p:nvSpPr>
            <p:cNvPr id="11" name="Google Shape;11;p2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3;p2"/>
          <p:cNvSpPr/>
          <p:nvPr/>
        </p:nvSpPr>
        <p:spPr>
          <a:xfrm>
            <a:off x="142470" y="3683392"/>
            <a:ext cx="253839" cy="253847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000470" y="330592"/>
            <a:ext cx="253839" cy="253847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>
            <a:off x="5030675" y="-1438675"/>
            <a:ext cx="8011423" cy="4844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l="1774" t="4010" r="1765" b="2057"/>
          <a:stretch/>
        </p:blipFill>
        <p:spPr>
          <a:xfrm>
            <a:off x="-1711375" y="2914975"/>
            <a:ext cx="7296824" cy="441004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488750" y="1371600"/>
            <a:ext cx="6166500" cy="22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2085900" y="3505975"/>
            <a:ext cx="4972200" cy="6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2"/>
          </p:nvPr>
        </p:nvSpPr>
        <p:spPr>
          <a:xfrm>
            <a:off x="7334250" y="630440"/>
            <a:ext cx="1071600" cy="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00" b="1">
                <a:solidFill>
                  <a:srgbClr val="3C515B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0000" y="26080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877525" y="1143527"/>
            <a:ext cx="1413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720000" y="3589375"/>
            <a:ext cx="5067600" cy="5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8454600" y="2070285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 rot="-7441486">
            <a:off x="8264348" y="373703"/>
            <a:ext cx="714462" cy="824049"/>
            <a:chOff x="5136000" y="3217000"/>
            <a:chExt cx="1052325" cy="1213734"/>
          </a:xfrm>
        </p:grpSpPr>
        <p:sp>
          <p:nvSpPr>
            <p:cNvPr id="26" name="Google Shape;26;p3"/>
            <p:cNvSpPr/>
            <p:nvPr/>
          </p:nvSpPr>
          <p:spPr>
            <a:xfrm>
              <a:off x="5136000" y="3217000"/>
              <a:ext cx="1052325" cy="1053016"/>
            </a:xfrm>
            <a:custGeom>
              <a:avLst/>
              <a:gdLst/>
              <a:ahLst/>
              <a:cxnLst/>
              <a:rect l="l" t="t" r="r" b="b"/>
              <a:pathLst>
                <a:path w="27415" h="27433" fill="none" extrusionOk="0">
                  <a:moveTo>
                    <a:pt x="27415" y="13716"/>
                  </a:moveTo>
                  <a:cubicBezTo>
                    <a:pt x="27415" y="21291"/>
                    <a:pt x="21273" y="27433"/>
                    <a:pt x="13698" y="27433"/>
                  </a:cubicBezTo>
                  <a:cubicBezTo>
                    <a:pt x="6124" y="27433"/>
                    <a:pt x="1" y="21291"/>
                    <a:pt x="1" y="13716"/>
                  </a:cubicBezTo>
                  <a:cubicBezTo>
                    <a:pt x="1" y="6142"/>
                    <a:pt x="6124" y="0"/>
                    <a:pt x="13698" y="0"/>
                  </a:cubicBezTo>
                  <a:cubicBezTo>
                    <a:pt x="21273" y="0"/>
                    <a:pt x="27415" y="6142"/>
                    <a:pt x="27415" y="13716"/>
                  </a:cubicBezTo>
                  <a:close/>
                </a:path>
              </a:pathLst>
            </a:custGeom>
            <a:noFill/>
            <a:ln w="58150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5542497" y="4087111"/>
              <a:ext cx="343661" cy="343623"/>
            </a:xfrm>
            <a:custGeom>
              <a:avLst/>
              <a:gdLst/>
              <a:ahLst/>
              <a:cxnLst/>
              <a:rect l="l" t="t" r="r" b="b"/>
              <a:pathLst>
                <a:path w="8953" h="8952" extrusionOk="0">
                  <a:moveTo>
                    <a:pt x="4486" y="0"/>
                  </a:moveTo>
                  <a:cubicBezTo>
                    <a:pt x="2010" y="0"/>
                    <a:pt x="0" y="2010"/>
                    <a:pt x="0" y="4485"/>
                  </a:cubicBezTo>
                  <a:cubicBezTo>
                    <a:pt x="0" y="6961"/>
                    <a:pt x="2010" y="8952"/>
                    <a:pt x="4486" y="8952"/>
                  </a:cubicBezTo>
                  <a:cubicBezTo>
                    <a:pt x="6961" y="8952"/>
                    <a:pt x="8952" y="6961"/>
                    <a:pt x="8952" y="4485"/>
                  </a:cubicBezTo>
                  <a:cubicBezTo>
                    <a:pt x="8952" y="2010"/>
                    <a:pt x="6961" y="0"/>
                    <a:pt x="44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3"/>
          <p:cNvGrpSpPr/>
          <p:nvPr/>
        </p:nvGrpSpPr>
        <p:grpSpPr>
          <a:xfrm rot="-1648647">
            <a:off x="7228823" y="971957"/>
            <a:ext cx="1136889" cy="1136847"/>
            <a:chOff x="2322975" y="4202575"/>
            <a:chExt cx="674675" cy="674650"/>
          </a:xfrm>
        </p:grpSpPr>
        <p:sp>
          <p:nvSpPr>
            <p:cNvPr id="29" name="Google Shape;29;p3"/>
            <p:cNvSpPr/>
            <p:nvPr/>
          </p:nvSpPr>
          <p:spPr>
            <a:xfrm>
              <a:off x="2322975" y="4202575"/>
              <a:ext cx="674675" cy="674650"/>
            </a:xfrm>
            <a:custGeom>
              <a:avLst/>
              <a:gdLst/>
              <a:ahLst/>
              <a:cxnLst/>
              <a:rect l="l" t="t" r="r" b="b"/>
              <a:pathLst>
                <a:path w="26987" h="26986" extrusionOk="0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2404400" y="4284000"/>
              <a:ext cx="512300" cy="512275"/>
            </a:xfrm>
            <a:custGeom>
              <a:avLst/>
              <a:gdLst/>
              <a:ahLst/>
              <a:cxnLst/>
              <a:rect l="l" t="t" r="r" b="b"/>
              <a:pathLst>
                <a:path w="20492" h="20491" extrusionOk="0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1;p3"/>
          <p:cNvGrpSpPr/>
          <p:nvPr/>
        </p:nvGrpSpPr>
        <p:grpSpPr>
          <a:xfrm rot="1758769">
            <a:off x="6375425" y="3584281"/>
            <a:ext cx="3834311" cy="1583455"/>
            <a:chOff x="2616023" y="-243129"/>
            <a:chExt cx="3834135" cy="1583382"/>
          </a:xfrm>
        </p:grpSpPr>
        <p:sp>
          <p:nvSpPr>
            <p:cNvPr id="32" name="Google Shape;32;p3"/>
            <p:cNvSpPr/>
            <p:nvPr/>
          </p:nvSpPr>
          <p:spPr>
            <a:xfrm rot="10800000" flipH="1">
              <a:off x="4329742" y="171351"/>
              <a:ext cx="968278" cy="668568"/>
            </a:xfrm>
            <a:custGeom>
              <a:avLst/>
              <a:gdLst/>
              <a:ahLst/>
              <a:cxnLst/>
              <a:rect l="l" t="t" r="r" b="b"/>
              <a:pathLst>
                <a:path w="16173" h="11167" fill="none" extrusionOk="0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10800000" flipH="1">
              <a:off x="3424987" y="-200801"/>
              <a:ext cx="2993979" cy="1040720"/>
            </a:xfrm>
            <a:custGeom>
              <a:avLst/>
              <a:gdLst/>
              <a:ahLst/>
              <a:cxnLst/>
              <a:rect l="l" t="t" r="r" b="b"/>
              <a:pathLst>
                <a:path w="50008" h="17383" fill="none" extrusionOk="0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10800000" flipH="1">
              <a:off x="2657274" y="-130573"/>
              <a:ext cx="1672528" cy="301984"/>
            </a:xfrm>
            <a:custGeom>
              <a:avLst/>
              <a:gdLst/>
              <a:ahLst/>
              <a:cxnLst/>
              <a:rect l="l" t="t" r="r" b="b"/>
              <a:pathLst>
                <a:path w="27936" h="5044" fill="none" extrusionOk="0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10800000" flipH="1">
              <a:off x="3131923" y="683898"/>
              <a:ext cx="1295886" cy="656355"/>
            </a:xfrm>
            <a:custGeom>
              <a:avLst/>
              <a:gdLst/>
              <a:ahLst/>
              <a:cxnLst/>
              <a:rect l="l" t="t" r="r" b="b"/>
              <a:pathLst>
                <a:path w="21645" h="10963" fill="none" extrusionOk="0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 flipH="1">
              <a:off x="3131923" y="7547"/>
              <a:ext cx="294201" cy="1332706"/>
            </a:xfrm>
            <a:custGeom>
              <a:avLst/>
              <a:gdLst/>
              <a:ahLst/>
              <a:cxnLst/>
              <a:rect l="l" t="t" r="r" b="b"/>
              <a:pathLst>
                <a:path w="4914" h="22260" fill="none" extrusionOk="0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10800000" flipH="1">
              <a:off x="3383736" y="-33644"/>
              <a:ext cx="83638" cy="83579"/>
            </a:xfrm>
            <a:custGeom>
              <a:avLst/>
              <a:gdLst/>
              <a:ahLst/>
              <a:cxnLst/>
              <a:rect l="l" t="t" r="r" b="b"/>
              <a:pathLst>
                <a:path w="1397" h="1396" extrusionOk="0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10800000" flipH="1">
              <a:off x="3568675" y="642648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10800000" flipH="1">
              <a:off x="4385421" y="673840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 rot="10800000" flipH="1">
              <a:off x="4772062" y="-243129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 rot="10800000" flipH="1">
              <a:off x="2616023" y="-172961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 rot="10800000" flipH="1">
              <a:off x="3173173" y="-61543"/>
              <a:ext cx="55739" cy="55799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 rot="10800000" flipH="1">
              <a:off x="4113551" y="529015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 rot="10800000" flipH="1">
              <a:off x="3228852" y="729579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 rot="10800000" flipH="1">
              <a:off x="4863423" y="755742"/>
              <a:ext cx="61367" cy="56098"/>
            </a:xfrm>
            <a:custGeom>
              <a:avLst/>
              <a:gdLst/>
              <a:ahLst/>
              <a:cxnLst/>
              <a:rect l="l" t="t" r="r" b="b"/>
              <a:pathLst>
                <a:path w="1025" h="937" extrusionOk="0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 rot="10800000" flipH="1">
              <a:off x="5760396" y="600859"/>
              <a:ext cx="61307" cy="55799"/>
            </a:xfrm>
            <a:custGeom>
              <a:avLst/>
              <a:gdLst/>
              <a:ahLst/>
              <a:cxnLst/>
              <a:rect l="l" t="t" r="r" b="b"/>
              <a:pathLst>
                <a:path w="1024" h="932" extrusionOk="0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 rot="10800000" flipH="1">
              <a:off x="6388791" y="331264"/>
              <a:ext cx="61367" cy="55739"/>
            </a:xfrm>
            <a:custGeom>
              <a:avLst/>
              <a:gdLst/>
              <a:ahLst/>
              <a:cxnLst/>
              <a:rect l="l" t="t" r="r" b="b"/>
              <a:pathLst>
                <a:path w="1025" h="931" extrusionOk="0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 rot="10800000" flipH="1">
              <a:off x="4896831" y="73284"/>
              <a:ext cx="195056" cy="195056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9" name="Google Shape;49;p3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3624935" flipH="1">
            <a:off x="3946083" y="-547856"/>
            <a:ext cx="8692663" cy="525661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 rot="10800000">
            <a:off x="6537998" y="240388"/>
            <a:ext cx="192751" cy="192760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" name="Google Shape;51;p3"/>
          <p:cNvGrpSpPr/>
          <p:nvPr/>
        </p:nvGrpSpPr>
        <p:grpSpPr>
          <a:xfrm rot="10800000">
            <a:off x="6284620" y="613904"/>
            <a:ext cx="244459" cy="224709"/>
            <a:chOff x="5339800" y="2698350"/>
            <a:chExt cx="103300" cy="94950"/>
          </a:xfrm>
        </p:grpSpPr>
        <p:sp>
          <p:nvSpPr>
            <p:cNvPr id="52" name="Google Shape;52;p3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4"/>
          <p:cNvGrpSpPr/>
          <p:nvPr/>
        </p:nvGrpSpPr>
        <p:grpSpPr>
          <a:xfrm rot="-8549882">
            <a:off x="7874986" y="3995963"/>
            <a:ext cx="982920" cy="1216845"/>
            <a:chOff x="3723300" y="6133000"/>
            <a:chExt cx="746775" cy="924500"/>
          </a:xfrm>
        </p:grpSpPr>
        <p:sp>
          <p:nvSpPr>
            <p:cNvPr id="56" name="Google Shape;56;p4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" name="Google Shape;58;p4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9632288">
            <a:off x="339738" y="3125632"/>
            <a:ext cx="9259723" cy="559951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>
            <a:off x="321125" y="3822497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60;p4"/>
          <p:cNvGrpSpPr/>
          <p:nvPr/>
        </p:nvGrpSpPr>
        <p:grpSpPr>
          <a:xfrm>
            <a:off x="177697" y="4365565"/>
            <a:ext cx="260027" cy="239018"/>
            <a:chOff x="5339800" y="2698350"/>
            <a:chExt cx="103300" cy="94950"/>
          </a:xfrm>
        </p:grpSpPr>
        <p:sp>
          <p:nvSpPr>
            <p:cNvPr id="61" name="Google Shape;61;p4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8306519" y="169884"/>
            <a:ext cx="2037970" cy="1046673"/>
            <a:chOff x="5875325" y="2234025"/>
            <a:chExt cx="651400" cy="334550"/>
          </a:xfrm>
        </p:grpSpPr>
        <p:sp>
          <p:nvSpPr>
            <p:cNvPr id="64" name="Google Shape;64;p4"/>
            <p:cNvSpPr/>
            <p:nvPr/>
          </p:nvSpPr>
          <p:spPr>
            <a:xfrm>
              <a:off x="587532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587532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587532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587532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596280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596280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596280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596280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604980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604980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604980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604980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613727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613727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613727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613727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622427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622427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622427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622427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631175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631175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631175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631175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639875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639875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639875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639875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648622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648622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648622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648622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" name="Google Shape;96;p4"/>
          <p:cNvSpPr txBox="1">
            <a:spLocks noGrp="1"/>
          </p:cNvSpPr>
          <p:nvPr>
            <p:ph type="body" idx="1"/>
          </p:nvPr>
        </p:nvSpPr>
        <p:spPr>
          <a:xfrm>
            <a:off x="843000" y="1152475"/>
            <a:ext cx="7458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 sz="13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7" name="Google Shape;97;p4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5"/>
          <p:cNvGrpSpPr/>
          <p:nvPr/>
        </p:nvGrpSpPr>
        <p:grpSpPr>
          <a:xfrm rot="-3133320">
            <a:off x="145584" y="3681131"/>
            <a:ext cx="982894" cy="1216813"/>
            <a:chOff x="3723300" y="6133000"/>
            <a:chExt cx="746775" cy="924500"/>
          </a:xfrm>
        </p:grpSpPr>
        <p:sp>
          <p:nvSpPr>
            <p:cNvPr id="100" name="Google Shape;100;p5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5"/>
          <p:cNvGrpSpPr/>
          <p:nvPr/>
        </p:nvGrpSpPr>
        <p:grpSpPr>
          <a:xfrm rot="-406843">
            <a:off x="7916338" y="3888232"/>
            <a:ext cx="1029129" cy="1029091"/>
            <a:chOff x="2322975" y="4202575"/>
            <a:chExt cx="674675" cy="674650"/>
          </a:xfrm>
        </p:grpSpPr>
        <p:sp>
          <p:nvSpPr>
            <p:cNvPr id="103" name="Google Shape;103;p5"/>
            <p:cNvSpPr/>
            <p:nvPr/>
          </p:nvSpPr>
          <p:spPr>
            <a:xfrm>
              <a:off x="2322975" y="4202575"/>
              <a:ext cx="674675" cy="674650"/>
            </a:xfrm>
            <a:custGeom>
              <a:avLst/>
              <a:gdLst/>
              <a:ahLst/>
              <a:cxnLst/>
              <a:rect l="l" t="t" r="r" b="b"/>
              <a:pathLst>
                <a:path w="26987" h="26986" extrusionOk="0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2404400" y="4284000"/>
              <a:ext cx="512300" cy="512275"/>
            </a:xfrm>
            <a:custGeom>
              <a:avLst/>
              <a:gdLst/>
              <a:ahLst/>
              <a:cxnLst/>
              <a:rect l="l" t="t" r="r" b="b"/>
              <a:pathLst>
                <a:path w="20492" h="20491" extrusionOk="0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" name="Google Shape;105;p5"/>
          <p:cNvSpPr/>
          <p:nvPr/>
        </p:nvSpPr>
        <p:spPr>
          <a:xfrm>
            <a:off x="149025" y="603972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5"/>
          <p:cNvGrpSpPr/>
          <p:nvPr/>
        </p:nvGrpSpPr>
        <p:grpSpPr>
          <a:xfrm>
            <a:off x="453084" y="235190"/>
            <a:ext cx="260027" cy="239018"/>
            <a:chOff x="5339800" y="2698350"/>
            <a:chExt cx="103300" cy="94950"/>
          </a:xfrm>
        </p:grpSpPr>
        <p:sp>
          <p:nvSpPr>
            <p:cNvPr id="107" name="Google Shape;107;p5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5"/>
          <p:cNvGrpSpPr/>
          <p:nvPr/>
        </p:nvGrpSpPr>
        <p:grpSpPr>
          <a:xfrm rot="5400000">
            <a:off x="8914482" y="-136685"/>
            <a:ext cx="982798" cy="1873557"/>
            <a:chOff x="2394475" y="1270900"/>
            <a:chExt cx="341700" cy="651400"/>
          </a:xfrm>
        </p:grpSpPr>
        <p:sp>
          <p:nvSpPr>
            <p:cNvPr id="110" name="Google Shape;110;p5"/>
            <p:cNvSpPr/>
            <p:nvPr/>
          </p:nvSpPr>
          <p:spPr>
            <a:xfrm>
              <a:off x="2401625" y="127090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2499800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2597500" y="12709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2695675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2401625" y="135837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2499800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2597500" y="135837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2695675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2401625" y="144537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2499800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2597500" y="144537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2695675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2394475" y="153285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2492650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2590350" y="153285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2688525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2394475" y="161985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2492650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2590350" y="161985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2688525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2394475" y="170732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2492650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2590350" y="17073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2695675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2401625" y="179432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2499800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2597500" y="17943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2695675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2401625" y="188180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2499800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2597500" y="18818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2695675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5"/>
          <p:cNvSpPr/>
          <p:nvPr/>
        </p:nvSpPr>
        <p:spPr>
          <a:xfrm>
            <a:off x="8469100" y="3321785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" name="Google Shape;143;p5"/>
          <p:cNvGrpSpPr/>
          <p:nvPr/>
        </p:nvGrpSpPr>
        <p:grpSpPr>
          <a:xfrm>
            <a:off x="8773159" y="2953002"/>
            <a:ext cx="260027" cy="239018"/>
            <a:chOff x="5339800" y="2698350"/>
            <a:chExt cx="103300" cy="94950"/>
          </a:xfrm>
        </p:grpSpPr>
        <p:sp>
          <p:nvSpPr>
            <p:cNvPr id="144" name="Google Shape;144;p5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6" name="Google Shape;14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6995814">
            <a:off x="-4448868" y="834803"/>
            <a:ext cx="8086777" cy="5018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4229387">
            <a:off x="5393171" y="1967456"/>
            <a:ext cx="8086773" cy="501870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>
            <a:spLocks noGrp="1"/>
          </p:cNvSpPr>
          <p:nvPr>
            <p:ph type="title"/>
          </p:nvPr>
        </p:nvSpPr>
        <p:spPr>
          <a:xfrm>
            <a:off x="1562775" y="300755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5"/>
          <p:cNvSpPr txBox="1">
            <a:spLocks noGrp="1"/>
          </p:cNvSpPr>
          <p:nvPr>
            <p:ph type="title" idx="2"/>
          </p:nvPr>
        </p:nvSpPr>
        <p:spPr>
          <a:xfrm>
            <a:off x="5075625" y="300755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"/>
          <p:cNvSpPr txBox="1">
            <a:spLocks noGrp="1"/>
          </p:cNvSpPr>
          <p:nvPr>
            <p:ph type="subTitle" idx="1"/>
          </p:nvPr>
        </p:nvSpPr>
        <p:spPr>
          <a:xfrm>
            <a:off x="5075623" y="3418972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1" name="Google Shape;151;p5"/>
          <p:cNvSpPr txBox="1">
            <a:spLocks noGrp="1"/>
          </p:cNvSpPr>
          <p:nvPr>
            <p:ph type="subTitle" idx="3"/>
          </p:nvPr>
        </p:nvSpPr>
        <p:spPr>
          <a:xfrm>
            <a:off x="1562777" y="3418972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2" name="Google Shape;152;p5"/>
          <p:cNvSpPr txBox="1">
            <a:spLocks noGrp="1"/>
          </p:cNvSpPr>
          <p:nvPr>
            <p:ph type="title" idx="4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55" name="Google Shape;155;p6"/>
          <p:cNvGrpSpPr/>
          <p:nvPr/>
        </p:nvGrpSpPr>
        <p:grpSpPr>
          <a:xfrm rot="-10352640">
            <a:off x="-172334" y="4329464"/>
            <a:ext cx="982927" cy="1216854"/>
            <a:chOff x="3723300" y="6133000"/>
            <a:chExt cx="746775" cy="924500"/>
          </a:xfrm>
        </p:grpSpPr>
        <p:sp>
          <p:nvSpPr>
            <p:cNvPr id="156" name="Google Shape;156;p6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158;p6"/>
          <p:cNvGrpSpPr/>
          <p:nvPr/>
        </p:nvGrpSpPr>
        <p:grpSpPr>
          <a:xfrm rot="9010276">
            <a:off x="6437772" y="4109897"/>
            <a:ext cx="3834064" cy="1583353"/>
            <a:chOff x="2616023" y="-243129"/>
            <a:chExt cx="3834135" cy="1583382"/>
          </a:xfrm>
        </p:grpSpPr>
        <p:sp>
          <p:nvSpPr>
            <p:cNvPr id="159" name="Google Shape;159;p6"/>
            <p:cNvSpPr/>
            <p:nvPr/>
          </p:nvSpPr>
          <p:spPr>
            <a:xfrm rot="10800000" flipH="1">
              <a:off x="4329742" y="171351"/>
              <a:ext cx="968278" cy="668568"/>
            </a:xfrm>
            <a:custGeom>
              <a:avLst/>
              <a:gdLst/>
              <a:ahLst/>
              <a:cxnLst/>
              <a:rect l="l" t="t" r="r" b="b"/>
              <a:pathLst>
                <a:path w="16173" h="11167" fill="none" extrusionOk="0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6"/>
            <p:cNvSpPr/>
            <p:nvPr/>
          </p:nvSpPr>
          <p:spPr>
            <a:xfrm rot="10800000" flipH="1">
              <a:off x="3424987" y="-200801"/>
              <a:ext cx="2993979" cy="1040720"/>
            </a:xfrm>
            <a:custGeom>
              <a:avLst/>
              <a:gdLst/>
              <a:ahLst/>
              <a:cxnLst/>
              <a:rect l="l" t="t" r="r" b="b"/>
              <a:pathLst>
                <a:path w="50008" h="17383" fill="none" extrusionOk="0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6"/>
            <p:cNvSpPr/>
            <p:nvPr/>
          </p:nvSpPr>
          <p:spPr>
            <a:xfrm rot="10800000" flipH="1">
              <a:off x="2657274" y="-130573"/>
              <a:ext cx="1672528" cy="301984"/>
            </a:xfrm>
            <a:custGeom>
              <a:avLst/>
              <a:gdLst/>
              <a:ahLst/>
              <a:cxnLst/>
              <a:rect l="l" t="t" r="r" b="b"/>
              <a:pathLst>
                <a:path w="27936" h="5044" fill="none" extrusionOk="0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6"/>
            <p:cNvSpPr/>
            <p:nvPr/>
          </p:nvSpPr>
          <p:spPr>
            <a:xfrm rot="10800000" flipH="1">
              <a:off x="3131923" y="683898"/>
              <a:ext cx="1295886" cy="656355"/>
            </a:xfrm>
            <a:custGeom>
              <a:avLst/>
              <a:gdLst/>
              <a:ahLst/>
              <a:cxnLst/>
              <a:rect l="l" t="t" r="r" b="b"/>
              <a:pathLst>
                <a:path w="21645" h="10963" fill="none" extrusionOk="0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6"/>
            <p:cNvSpPr/>
            <p:nvPr/>
          </p:nvSpPr>
          <p:spPr>
            <a:xfrm rot="10800000" flipH="1">
              <a:off x="3131923" y="7547"/>
              <a:ext cx="294201" cy="1332706"/>
            </a:xfrm>
            <a:custGeom>
              <a:avLst/>
              <a:gdLst/>
              <a:ahLst/>
              <a:cxnLst/>
              <a:rect l="l" t="t" r="r" b="b"/>
              <a:pathLst>
                <a:path w="4914" h="22260" fill="none" extrusionOk="0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6"/>
            <p:cNvSpPr/>
            <p:nvPr/>
          </p:nvSpPr>
          <p:spPr>
            <a:xfrm rot="10800000" flipH="1">
              <a:off x="3383736" y="-33644"/>
              <a:ext cx="83638" cy="83579"/>
            </a:xfrm>
            <a:custGeom>
              <a:avLst/>
              <a:gdLst/>
              <a:ahLst/>
              <a:cxnLst/>
              <a:rect l="l" t="t" r="r" b="b"/>
              <a:pathLst>
                <a:path w="1397" h="1396" extrusionOk="0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6"/>
            <p:cNvSpPr/>
            <p:nvPr/>
          </p:nvSpPr>
          <p:spPr>
            <a:xfrm rot="10800000" flipH="1">
              <a:off x="3568675" y="642648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6"/>
            <p:cNvSpPr/>
            <p:nvPr/>
          </p:nvSpPr>
          <p:spPr>
            <a:xfrm rot="10800000" flipH="1">
              <a:off x="4385421" y="673840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6"/>
            <p:cNvSpPr/>
            <p:nvPr/>
          </p:nvSpPr>
          <p:spPr>
            <a:xfrm rot="10800000" flipH="1">
              <a:off x="4772062" y="-243129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6"/>
            <p:cNvSpPr/>
            <p:nvPr/>
          </p:nvSpPr>
          <p:spPr>
            <a:xfrm rot="10800000" flipH="1">
              <a:off x="2616023" y="-172961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 rot="10800000" flipH="1">
              <a:off x="3173173" y="-61543"/>
              <a:ext cx="55739" cy="55799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 rot="10800000" flipH="1">
              <a:off x="4113551" y="529015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 rot="10800000" flipH="1">
              <a:off x="3228852" y="729579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 rot="10800000" flipH="1">
              <a:off x="4863423" y="755742"/>
              <a:ext cx="61367" cy="56098"/>
            </a:xfrm>
            <a:custGeom>
              <a:avLst/>
              <a:gdLst/>
              <a:ahLst/>
              <a:cxnLst/>
              <a:rect l="l" t="t" r="r" b="b"/>
              <a:pathLst>
                <a:path w="1025" h="937" extrusionOk="0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 rot="10800000" flipH="1">
              <a:off x="5760396" y="600859"/>
              <a:ext cx="61307" cy="55799"/>
            </a:xfrm>
            <a:custGeom>
              <a:avLst/>
              <a:gdLst/>
              <a:ahLst/>
              <a:cxnLst/>
              <a:rect l="l" t="t" r="r" b="b"/>
              <a:pathLst>
                <a:path w="1024" h="932" extrusionOk="0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6"/>
            <p:cNvSpPr/>
            <p:nvPr/>
          </p:nvSpPr>
          <p:spPr>
            <a:xfrm rot="10800000" flipH="1">
              <a:off x="6388791" y="331264"/>
              <a:ext cx="61367" cy="55739"/>
            </a:xfrm>
            <a:custGeom>
              <a:avLst/>
              <a:gdLst/>
              <a:ahLst/>
              <a:cxnLst/>
              <a:rect l="l" t="t" r="r" b="b"/>
              <a:pathLst>
                <a:path w="1025" h="931" extrusionOk="0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6"/>
            <p:cNvSpPr/>
            <p:nvPr/>
          </p:nvSpPr>
          <p:spPr>
            <a:xfrm rot="10800000" flipH="1">
              <a:off x="4896831" y="73284"/>
              <a:ext cx="195056" cy="195056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6" name="Google Shape;176;p6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9741316" flipH="1">
            <a:off x="3929636" y="3012000"/>
            <a:ext cx="8011427" cy="48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6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6232067" flipH="1">
            <a:off x="-3533874" y="4395514"/>
            <a:ext cx="8011421" cy="4844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6"/>
          <p:cNvGrpSpPr/>
          <p:nvPr/>
        </p:nvGrpSpPr>
        <p:grpSpPr>
          <a:xfrm>
            <a:off x="-1469481" y="131834"/>
            <a:ext cx="2037970" cy="1046673"/>
            <a:chOff x="5875325" y="2234025"/>
            <a:chExt cx="651400" cy="334550"/>
          </a:xfrm>
        </p:grpSpPr>
        <p:sp>
          <p:nvSpPr>
            <p:cNvPr id="179" name="Google Shape;179;p6"/>
            <p:cNvSpPr/>
            <p:nvPr/>
          </p:nvSpPr>
          <p:spPr>
            <a:xfrm>
              <a:off x="587532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587532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587532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587532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596280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596280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596280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596280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604980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604980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604980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604980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613727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613727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613727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613727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622427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622427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622427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622427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631175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631175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631175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631175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639875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639875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639875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639875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648622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648622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648622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648622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7"/>
          <p:cNvGrpSpPr/>
          <p:nvPr/>
        </p:nvGrpSpPr>
        <p:grpSpPr>
          <a:xfrm rot="720908">
            <a:off x="-7883" y="1371659"/>
            <a:ext cx="1284471" cy="1272421"/>
            <a:chOff x="7084820" y="117420"/>
            <a:chExt cx="1638408" cy="1623038"/>
          </a:xfrm>
        </p:grpSpPr>
        <p:sp>
          <p:nvSpPr>
            <p:cNvPr id="213" name="Google Shape;213;p7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avLst/>
              <a:gdLst/>
              <a:ahLst/>
              <a:cxnLst/>
              <a:rect l="l" t="t" r="r" b="b"/>
              <a:pathLst>
                <a:path w="33500" h="33501" extrusionOk="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avLst/>
              <a:gdLst/>
              <a:ahLst/>
              <a:cxnLst/>
              <a:rect l="l" t="t" r="r" b="b"/>
              <a:pathLst>
                <a:path w="16862" h="16863" extrusionOk="0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5" name="Google Shape;215;p7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-7518293">
            <a:off x="-3329438" y="1891277"/>
            <a:ext cx="8011425" cy="48446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7"/>
          <p:cNvGrpSpPr/>
          <p:nvPr/>
        </p:nvGrpSpPr>
        <p:grpSpPr>
          <a:xfrm rot="5999842">
            <a:off x="6944478" y="-916332"/>
            <a:ext cx="3834073" cy="1583357"/>
            <a:chOff x="2390623" y="4101808"/>
            <a:chExt cx="3834135" cy="1583382"/>
          </a:xfrm>
        </p:grpSpPr>
        <p:sp>
          <p:nvSpPr>
            <p:cNvPr id="217" name="Google Shape;217;p7"/>
            <p:cNvSpPr/>
            <p:nvPr/>
          </p:nvSpPr>
          <p:spPr>
            <a:xfrm>
              <a:off x="4104342" y="4602141"/>
              <a:ext cx="968278" cy="668568"/>
            </a:xfrm>
            <a:custGeom>
              <a:avLst/>
              <a:gdLst/>
              <a:ahLst/>
              <a:cxnLst/>
              <a:rect l="l" t="t" r="r" b="b"/>
              <a:pathLst>
                <a:path w="16173" h="11167" fill="none" extrusionOk="0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3199587" y="4602141"/>
              <a:ext cx="2993979" cy="1040720"/>
            </a:xfrm>
            <a:custGeom>
              <a:avLst/>
              <a:gdLst/>
              <a:ahLst/>
              <a:cxnLst/>
              <a:rect l="l" t="t" r="r" b="b"/>
              <a:pathLst>
                <a:path w="50008" h="17383" fill="none" extrusionOk="0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2431874" y="5270650"/>
              <a:ext cx="1672528" cy="301984"/>
            </a:xfrm>
            <a:custGeom>
              <a:avLst/>
              <a:gdLst/>
              <a:ahLst/>
              <a:cxnLst/>
              <a:rect l="l" t="t" r="r" b="b"/>
              <a:pathLst>
                <a:path w="27936" h="5044" fill="none" extrusionOk="0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2906523" y="4101808"/>
              <a:ext cx="1295886" cy="656355"/>
            </a:xfrm>
            <a:custGeom>
              <a:avLst/>
              <a:gdLst/>
              <a:ahLst/>
              <a:cxnLst/>
              <a:rect l="l" t="t" r="r" b="b"/>
              <a:pathLst>
                <a:path w="21645" h="10963" fill="none" extrusionOk="0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2906523" y="4101808"/>
              <a:ext cx="294201" cy="1332706"/>
            </a:xfrm>
            <a:custGeom>
              <a:avLst/>
              <a:gdLst/>
              <a:ahLst/>
              <a:cxnLst/>
              <a:rect l="l" t="t" r="r" b="b"/>
              <a:pathLst>
                <a:path w="4914" h="22260" fill="none" extrusionOk="0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3158336" y="5392126"/>
              <a:ext cx="83638" cy="83579"/>
            </a:xfrm>
            <a:custGeom>
              <a:avLst/>
              <a:gdLst/>
              <a:ahLst/>
              <a:cxnLst/>
              <a:rect l="l" t="t" r="r" b="b"/>
              <a:pathLst>
                <a:path w="1397" h="1396" extrusionOk="0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3343275" y="4715774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4160021" y="4684582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4546662" y="5601551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2390623" y="5531383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2947773" y="5447805"/>
              <a:ext cx="55739" cy="55799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3888151" y="4857247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3003452" y="4656683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4638023" y="4630220"/>
              <a:ext cx="61367" cy="56098"/>
            </a:xfrm>
            <a:custGeom>
              <a:avLst/>
              <a:gdLst/>
              <a:ahLst/>
              <a:cxnLst/>
              <a:rect l="l" t="t" r="r" b="b"/>
              <a:pathLst>
                <a:path w="1025" h="937" extrusionOk="0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5534996" y="4785403"/>
              <a:ext cx="61307" cy="55799"/>
            </a:xfrm>
            <a:custGeom>
              <a:avLst/>
              <a:gdLst/>
              <a:ahLst/>
              <a:cxnLst/>
              <a:rect l="l" t="t" r="r" b="b"/>
              <a:pathLst>
                <a:path w="1024" h="932" extrusionOk="0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6163391" y="5055058"/>
              <a:ext cx="61367" cy="55739"/>
            </a:xfrm>
            <a:custGeom>
              <a:avLst/>
              <a:gdLst/>
              <a:ahLst/>
              <a:cxnLst/>
              <a:rect l="l" t="t" r="r" b="b"/>
              <a:pathLst>
                <a:path w="1025" h="931" extrusionOk="0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rgbClr val="162C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4671431" y="5173720"/>
              <a:ext cx="195056" cy="195056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" name="Google Shape;234;p7"/>
          <p:cNvGrpSpPr/>
          <p:nvPr/>
        </p:nvGrpSpPr>
        <p:grpSpPr>
          <a:xfrm rot="6927554">
            <a:off x="7874780" y="3852855"/>
            <a:ext cx="982917" cy="1216842"/>
            <a:chOff x="3723300" y="6133000"/>
            <a:chExt cx="746775" cy="924500"/>
          </a:xfrm>
        </p:grpSpPr>
        <p:sp>
          <p:nvSpPr>
            <p:cNvPr id="235" name="Google Shape;235;p7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" name="Google Shape;237;p7"/>
          <p:cNvSpPr/>
          <p:nvPr/>
        </p:nvSpPr>
        <p:spPr>
          <a:xfrm>
            <a:off x="8459725" y="3218460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7"/>
          <p:cNvGrpSpPr/>
          <p:nvPr/>
        </p:nvGrpSpPr>
        <p:grpSpPr>
          <a:xfrm>
            <a:off x="8734959" y="2849677"/>
            <a:ext cx="260027" cy="239018"/>
            <a:chOff x="5339800" y="2698350"/>
            <a:chExt cx="103300" cy="94950"/>
          </a:xfrm>
        </p:grpSpPr>
        <p:sp>
          <p:nvSpPr>
            <p:cNvPr id="239" name="Google Shape;239;p7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" name="Google Shape;241;p7"/>
          <p:cNvSpPr/>
          <p:nvPr/>
        </p:nvSpPr>
        <p:spPr>
          <a:xfrm rot="10800000">
            <a:off x="486673" y="432263"/>
            <a:ext cx="192751" cy="192760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2" name="Google Shape;242;p7"/>
          <p:cNvGrpSpPr/>
          <p:nvPr/>
        </p:nvGrpSpPr>
        <p:grpSpPr>
          <a:xfrm rot="10800000">
            <a:off x="233295" y="805779"/>
            <a:ext cx="244459" cy="224709"/>
            <a:chOff x="5339800" y="2698350"/>
            <a:chExt cx="103300" cy="94950"/>
          </a:xfrm>
        </p:grpSpPr>
        <p:sp>
          <p:nvSpPr>
            <p:cNvPr id="243" name="Google Shape;243;p7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" name="Google Shape;245;p7"/>
          <p:cNvGrpSpPr/>
          <p:nvPr/>
        </p:nvGrpSpPr>
        <p:grpSpPr>
          <a:xfrm rot="5197387">
            <a:off x="-1308183" y="4193881"/>
            <a:ext cx="3833890" cy="1583281"/>
            <a:chOff x="2616023" y="-243129"/>
            <a:chExt cx="3834135" cy="1583382"/>
          </a:xfrm>
        </p:grpSpPr>
        <p:sp>
          <p:nvSpPr>
            <p:cNvPr id="246" name="Google Shape;246;p7"/>
            <p:cNvSpPr/>
            <p:nvPr/>
          </p:nvSpPr>
          <p:spPr>
            <a:xfrm rot="10800000" flipH="1">
              <a:off x="4329742" y="171351"/>
              <a:ext cx="968278" cy="668568"/>
            </a:xfrm>
            <a:custGeom>
              <a:avLst/>
              <a:gdLst/>
              <a:ahLst/>
              <a:cxnLst/>
              <a:rect l="l" t="t" r="r" b="b"/>
              <a:pathLst>
                <a:path w="16173" h="11167" fill="none" extrusionOk="0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 rot="10800000" flipH="1">
              <a:off x="3424987" y="-200801"/>
              <a:ext cx="2993979" cy="1040720"/>
            </a:xfrm>
            <a:custGeom>
              <a:avLst/>
              <a:gdLst/>
              <a:ahLst/>
              <a:cxnLst/>
              <a:rect l="l" t="t" r="r" b="b"/>
              <a:pathLst>
                <a:path w="50008" h="17383" fill="none" extrusionOk="0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 rot="10800000" flipH="1">
              <a:off x="2657274" y="-130573"/>
              <a:ext cx="1672528" cy="301984"/>
            </a:xfrm>
            <a:custGeom>
              <a:avLst/>
              <a:gdLst/>
              <a:ahLst/>
              <a:cxnLst/>
              <a:rect l="l" t="t" r="r" b="b"/>
              <a:pathLst>
                <a:path w="27936" h="5044" fill="none" extrusionOk="0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 rot="10800000" flipH="1">
              <a:off x="3131923" y="683898"/>
              <a:ext cx="1295886" cy="656355"/>
            </a:xfrm>
            <a:custGeom>
              <a:avLst/>
              <a:gdLst/>
              <a:ahLst/>
              <a:cxnLst/>
              <a:rect l="l" t="t" r="r" b="b"/>
              <a:pathLst>
                <a:path w="21645" h="10963" fill="none" extrusionOk="0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7"/>
            <p:cNvSpPr/>
            <p:nvPr/>
          </p:nvSpPr>
          <p:spPr>
            <a:xfrm rot="10800000" flipH="1">
              <a:off x="3131923" y="7547"/>
              <a:ext cx="294201" cy="1332706"/>
            </a:xfrm>
            <a:custGeom>
              <a:avLst/>
              <a:gdLst/>
              <a:ahLst/>
              <a:cxnLst/>
              <a:rect l="l" t="t" r="r" b="b"/>
              <a:pathLst>
                <a:path w="4914" h="22260" fill="none" extrusionOk="0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 rot="10800000" flipH="1">
              <a:off x="3383736" y="-33644"/>
              <a:ext cx="83638" cy="83579"/>
            </a:xfrm>
            <a:custGeom>
              <a:avLst/>
              <a:gdLst/>
              <a:ahLst/>
              <a:cxnLst/>
              <a:rect l="l" t="t" r="r" b="b"/>
              <a:pathLst>
                <a:path w="1397" h="1396" extrusionOk="0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 rot="10800000" flipH="1">
              <a:off x="3568675" y="642648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 rot="10800000" flipH="1">
              <a:off x="4385421" y="673840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7"/>
            <p:cNvSpPr/>
            <p:nvPr/>
          </p:nvSpPr>
          <p:spPr>
            <a:xfrm rot="10800000" flipH="1">
              <a:off x="4772062" y="-243129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7"/>
            <p:cNvSpPr/>
            <p:nvPr/>
          </p:nvSpPr>
          <p:spPr>
            <a:xfrm rot="10800000" flipH="1">
              <a:off x="2616023" y="-172961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 rot="10800000" flipH="1">
              <a:off x="3173173" y="-61543"/>
              <a:ext cx="55739" cy="55799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 rot="10800000" flipH="1">
              <a:off x="4113551" y="529015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 rot="10800000" flipH="1">
              <a:off x="3228852" y="729579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 rot="10800000" flipH="1">
              <a:off x="4863423" y="755742"/>
              <a:ext cx="61367" cy="56098"/>
            </a:xfrm>
            <a:custGeom>
              <a:avLst/>
              <a:gdLst/>
              <a:ahLst/>
              <a:cxnLst/>
              <a:rect l="l" t="t" r="r" b="b"/>
              <a:pathLst>
                <a:path w="1025" h="937" extrusionOk="0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7"/>
            <p:cNvSpPr/>
            <p:nvPr/>
          </p:nvSpPr>
          <p:spPr>
            <a:xfrm rot="10800000" flipH="1">
              <a:off x="5760396" y="600859"/>
              <a:ext cx="61307" cy="55799"/>
            </a:xfrm>
            <a:custGeom>
              <a:avLst/>
              <a:gdLst/>
              <a:ahLst/>
              <a:cxnLst/>
              <a:rect l="l" t="t" r="r" b="b"/>
              <a:pathLst>
                <a:path w="1024" h="932" extrusionOk="0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 rot="10800000" flipH="1">
              <a:off x="6388791" y="331264"/>
              <a:ext cx="61367" cy="55739"/>
            </a:xfrm>
            <a:custGeom>
              <a:avLst/>
              <a:gdLst/>
              <a:ahLst/>
              <a:cxnLst/>
              <a:rect l="l" t="t" r="r" b="b"/>
              <a:pathLst>
                <a:path w="1025" h="931" extrusionOk="0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 rot="10800000" flipH="1">
              <a:off x="4896831" y="73284"/>
              <a:ext cx="195056" cy="195056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63" name="Google Shape;263;p7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7518293" flipH="1">
            <a:off x="4462012" y="1776977"/>
            <a:ext cx="8011425" cy="484464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7"/>
          <p:cNvSpPr txBox="1">
            <a:spLocks noGrp="1"/>
          </p:cNvSpPr>
          <p:nvPr>
            <p:ph type="body" idx="1"/>
          </p:nvPr>
        </p:nvSpPr>
        <p:spPr>
          <a:xfrm>
            <a:off x="2064900" y="1538450"/>
            <a:ext cx="5014200" cy="261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7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8"/>
          <p:cNvGrpSpPr/>
          <p:nvPr/>
        </p:nvGrpSpPr>
        <p:grpSpPr>
          <a:xfrm rot="-2338410">
            <a:off x="8047554" y="2020332"/>
            <a:ext cx="714421" cy="824001"/>
            <a:chOff x="5136000" y="3217000"/>
            <a:chExt cx="1052325" cy="1213734"/>
          </a:xfrm>
        </p:grpSpPr>
        <p:sp>
          <p:nvSpPr>
            <p:cNvPr id="268" name="Google Shape;268;p8"/>
            <p:cNvSpPr/>
            <p:nvPr/>
          </p:nvSpPr>
          <p:spPr>
            <a:xfrm>
              <a:off x="5136000" y="3217000"/>
              <a:ext cx="1052325" cy="1053016"/>
            </a:xfrm>
            <a:custGeom>
              <a:avLst/>
              <a:gdLst/>
              <a:ahLst/>
              <a:cxnLst/>
              <a:rect l="l" t="t" r="r" b="b"/>
              <a:pathLst>
                <a:path w="27415" h="27433" fill="none" extrusionOk="0">
                  <a:moveTo>
                    <a:pt x="27415" y="13716"/>
                  </a:moveTo>
                  <a:cubicBezTo>
                    <a:pt x="27415" y="21291"/>
                    <a:pt x="21273" y="27433"/>
                    <a:pt x="13698" y="27433"/>
                  </a:cubicBezTo>
                  <a:cubicBezTo>
                    <a:pt x="6124" y="27433"/>
                    <a:pt x="1" y="21291"/>
                    <a:pt x="1" y="13716"/>
                  </a:cubicBezTo>
                  <a:cubicBezTo>
                    <a:pt x="1" y="6142"/>
                    <a:pt x="6124" y="0"/>
                    <a:pt x="13698" y="0"/>
                  </a:cubicBezTo>
                  <a:cubicBezTo>
                    <a:pt x="21273" y="0"/>
                    <a:pt x="27415" y="6142"/>
                    <a:pt x="27415" y="13716"/>
                  </a:cubicBezTo>
                  <a:close/>
                </a:path>
              </a:pathLst>
            </a:custGeom>
            <a:noFill/>
            <a:ln w="58150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5542497" y="4087111"/>
              <a:ext cx="343661" cy="343623"/>
            </a:xfrm>
            <a:custGeom>
              <a:avLst/>
              <a:gdLst/>
              <a:ahLst/>
              <a:cxnLst/>
              <a:rect l="l" t="t" r="r" b="b"/>
              <a:pathLst>
                <a:path w="8953" h="8952" extrusionOk="0">
                  <a:moveTo>
                    <a:pt x="4486" y="0"/>
                  </a:moveTo>
                  <a:cubicBezTo>
                    <a:pt x="2010" y="0"/>
                    <a:pt x="0" y="2010"/>
                    <a:pt x="0" y="4485"/>
                  </a:cubicBezTo>
                  <a:cubicBezTo>
                    <a:pt x="0" y="6961"/>
                    <a:pt x="2010" y="8952"/>
                    <a:pt x="4486" y="8952"/>
                  </a:cubicBezTo>
                  <a:cubicBezTo>
                    <a:pt x="6961" y="8952"/>
                    <a:pt x="8952" y="6961"/>
                    <a:pt x="8952" y="4485"/>
                  </a:cubicBezTo>
                  <a:cubicBezTo>
                    <a:pt x="8952" y="2010"/>
                    <a:pt x="6961" y="0"/>
                    <a:pt x="44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" name="Google Shape;270;p8"/>
          <p:cNvGrpSpPr/>
          <p:nvPr/>
        </p:nvGrpSpPr>
        <p:grpSpPr>
          <a:xfrm rot="-5400000" flipH="1">
            <a:off x="6527139" y="671210"/>
            <a:ext cx="623053" cy="437218"/>
            <a:chOff x="-2155161" y="1657350"/>
            <a:chExt cx="623053" cy="437218"/>
          </a:xfrm>
        </p:grpSpPr>
        <p:sp>
          <p:nvSpPr>
            <p:cNvPr id="271" name="Google Shape;271;p8"/>
            <p:cNvSpPr/>
            <p:nvPr/>
          </p:nvSpPr>
          <p:spPr>
            <a:xfrm rot="10800000" flipH="1">
              <a:off x="-2155161" y="1657350"/>
              <a:ext cx="192751" cy="192760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20" y="0"/>
                  </a:moveTo>
                  <a:cubicBezTo>
                    <a:pt x="726" y="0"/>
                    <a:pt x="0" y="726"/>
                    <a:pt x="0" y="1620"/>
                  </a:cubicBezTo>
                  <a:cubicBezTo>
                    <a:pt x="0" y="2531"/>
                    <a:pt x="726" y="3257"/>
                    <a:pt x="1620" y="3257"/>
                  </a:cubicBezTo>
                  <a:cubicBezTo>
                    <a:pt x="2513" y="3257"/>
                    <a:pt x="3257" y="2531"/>
                    <a:pt x="3257" y="1620"/>
                  </a:cubicBezTo>
                  <a:cubicBezTo>
                    <a:pt x="3257" y="726"/>
                    <a:pt x="2513" y="0"/>
                    <a:pt x="1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2" name="Google Shape;272;p8"/>
            <p:cNvGrpSpPr/>
            <p:nvPr/>
          </p:nvGrpSpPr>
          <p:grpSpPr>
            <a:xfrm rot="10800000" flipH="1">
              <a:off x="-1776567" y="1869860"/>
              <a:ext cx="244459" cy="224709"/>
              <a:chOff x="5339800" y="2698350"/>
              <a:chExt cx="103300" cy="94950"/>
            </a:xfrm>
          </p:grpSpPr>
          <p:sp>
            <p:nvSpPr>
              <p:cNvPr id="273" name="Google Shape;273;p8"/>
              <p:cNvSpPr/>
              <p:nvPr/>
            </p:nvSpPr>
            <p:spPr>
              <a:xfrm>
                <a:off x="5354225" y="2704400"/>
                <a:ext cx="888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555" h="3556" extrusionOk="0">
                    <a:moveTo>
                      <a:pt x="1266" y="1"/>
                    </a:moveTo>
                    <a:lnTo>
                      <a:pt x="1266" y="1266"/>
                    </a:lnTo>
                    <a:lnTo>
                      <a:pt x="0" y="1266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55"/>
                    </a:lnTo>
                    <a:lnTo>
                      <a:pt x="2289" y="3555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66"/>
                    </a:lnTo>
                    <a:lnTo>
                      <a:pt x="2289" y="1266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8"/>
              <p:cNvSpPr/>
              <p:nvPr/>
            </p:nvSpPr>
            <p:spPr>
              <a:xfrm>
                <a:off x="5339800" y="2698350"/>
                <a:ext cx="88875" cy="89350"/>
              </a:xfrm>
              <a:custGeom>
                <a:avLst/>
                <a:gdLst/>
                <a:ahLst/>
                <a:cxnLst/>
                <a:rect l="l" t="t" r="r" b="b"/>
                <a:pathLst>
                  <a:path w="3555" h="3574" extrusionOk="0">
                    <a:moveTo>
                      <a:pt x="1266" y="1"/>
                    </a:moveTo>
                    <a:lnTo>
                      <a:pt x="1266" y="1285"/>
                    </a:lnTo>
                    <a:lnTo>
                      <a:pt x="0" y="1285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74"/>
                    </a:lnTo>
                    <a:lnTo>
                      <a:pt x="2289" y="3574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85"/>
                    </a:lnTo>
                    <a:lnTo>
                      <a:pt x="2289" y="1285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5" name="Google Shape;275;p8"/>
          <p:cNvGrpSpPr/>
          <p:nvPr/>
        </p:nvGrpSpPr>
        <p:grpSpPr>
          <a:xfrm rot="-5806928">
            <a:off x="7550824" y="641465"/>
            <a:ext cx="1136889" cy="1136847"/>
            <a:chOff x="2322975" y="4202575"/>
            <a:chExt cx="674675" cy="674650"/>
          </a:xfrm>
        </p:grpSpPr>
        <p:sp>
          <p:nvSpPr>
            <p:cNvPr id="276" name="Google Shape;276;p8"/>
            <p:cNvSpPr/>
            <p:nvPr/>
          </p:nvSpPr>
          <p:spPr>
            <a:xfrm>
              <a:off x="2322975" y="4202575"/>
              <a:ext cx="674675" cy="674650"/>
            </a:xfrm>
            <a:custGeom>
              <a:avLst/>
              <a:gdLst/>
              <a:ahLst/>
              <a:cxnLst/>
              <a:rect l="l" t="t" r="r" b="b"/>
              <a:pathLst>
                <a:path w="26987" h="26986" extrusionOk="0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2404400" y="4284000"/>
              <a:ext cx="512300" cy="512275"/>
            </a:xfrm>
            <a:custGeom>
              <a:avLst/>
              <a:gdLst/>
              <a:ahLst/>
              <a:cxnLst/>
              <a:rect l="l" t="t" r="r" b="b"/>
              <a:pathLst>
                <a:path w="20492" h="20491" extrusionOk="0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" name="Google Shape;278;p8"/>
          <p:cNvGrpSpPr/>
          <p:nvPr/>
        </p:nvGrpSpPr>
        <p:grpSpPr>
          <a:xfrm rot="-8693635">
            <a:off x="1111108" y="-573427"/>
            <a:ext cx="3834188" cy="1583404"/>
            <a:chOff x="2616023" y="-243129"/>
            <a:chExt cx="3834135" cy="1583382"/>
          </a:xfrm>
        </p:grpSpPr>
        <p:sp>
          <p:nvSpPr>
            <p:cNvPr id="279" name="Google Shape;279;p8"/>
            <p:cNvSpPr/>
            <p:nvPr/>
          </p:nvSpPr>
          <p:spPr>
            <a:xfrm rot="10800000" flipH="1">
              <a:off x="4329742" y="171351"/>
              <a:ext cx="968278" cy="668568"/>
            </a:xfrm>
            <a:custGeom>
              <a:avLst/>
              <a:gdLst/>
              <a:ahLst/>
              <a:cxnLst/>
              <a:rect l="l" t="t" r="r" b="b"/>
              <a:pathLst>
                <a:path w="16173" h="11167" fill="none" extrusionOk="0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 rot="10800000" flipH="1">
              <a:off x="3424987" y="-200801"/>
              <a:ext cx="2993979" cy="1040720"/>
            </a:xfrm>
            <a:custGeom>
              <a:avLst/>
              <a:gdLst/>
              <a:ahLst/>
              <a:cxnLst/>
              <a:rect l="l" t="t" r="r" b="b"/>
              <a:pathLst>
                <a:path w="50008" h="17383" fill="none" extrusionOk="0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 rot="10800000" flipH="1">
              <a:off x="2657274" y="-130573"/>
              <a:ext cx="1672528" cy="301984"/>
            </a:xfrm>
            <a:custGeom>
              <a:avLst/>
              <a:gdLst/>
              <a:ahLst/>
              <a:cxnLst/>
              <a:rect l="l" t="t" r="r" b="b"/>
              <a:pathLst>
                <a:path w="27936" h="5044" fill="none" extrusionOk="0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 rot="10800000" flipH="1">
              <a:off x="3131923" y="683898"/>
              <a:ext cx="1295886" cy="656355"/>
            </a:xfrm>
            <a:custGeom>
              <a:avLst/>
              <a:gdLst/>
              <a:ahLst/>
              <a:cxnLst/>
              <a:rect l="l" t="t" r="r" b="b"/>
              <a:pathLst>
                <a:path w="21645" h="10963" fill="none" extrusionOk="0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 rot="10800000" flipH="1">
              <a:off x="3131923" y="7547"/>
              <a:ext cx="294201" cy="1332706"/>
            </a:xfrm>
            <a:custGeom>
              <a:avLst/>
              <a:gdLst/>
              <a:ahLst/>
              <a:cxnLst/>
              <a:rect l="l" t="t" r="r" b="b"/>
              <a:pathLst>
                <a:path w="4914" h="22260" fill="none" extrusionOk="0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 rot="10800000" flipH="1">
              <a:off x="3383736" y="-33644"/>
              <a:ext cx="83638" cy="83579"/>
            </a:xfrm>
            <a:custGeom>
              <a:avLst/>
              <a:gdLst/>
              <a:ahLst/>
              <a:cxnLst/>
              <a:rect l="l" t="t" r="r" b="b"/>
              <a:pathLst>
                <a:path w="1397" h="1396" extrusionOk="0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 rot="10800000" flipH="1">
              <a:off x="3568675" y="642648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 rot="10800000" flipH="1">
              <a:off x="4385421" y="673840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 rot="10800000" flipH="1">
              <a:off x="4772062" y="-243129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 rot="10800000" flipH="1">
              <a:off x="2616023" y="-172961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 rot="10800000" flipH="1">
              <a:off x="3173173" y="-61543"/>
              <a:ext cx="55739" cy="55799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 rot="10800000" flipH="1">
              <a:off x="4113551" y="529015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 rot="10800000" flipH="1">
              <a:off x="3228852" y="729579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 rot="10800000" flipH="1">
              <a:off x="4863423" y="755742"/>
              <a:ext cx="61367" cy="56098"/>
            </a:xfrm>
            <a:custGeom>
              <a:avLst/>
              <a:gdLst/>
              <a:ahLst/>
              <a:cxnLst/>
              <a:rect l="l" t="t" r="r" b="b"/>
              <a:pathLst>
                <a:path w="1025" h="937" extrusionOk="0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 rot="10800000" flipH="1">
              <a:off x="5760396" y="600859"/>
              <a:ext cx="61307" cy="55799"/>
            </a:xfrm>
            <a:custGeom>
              <a:avLst/>
              <a:gdLst/>
              <a:ahLst/>
              <a:cxnLst/>
              <a:rect l="l" t="t" r="r" b="b"/>
              <a:pathLst>
                <a:path w="1024" h="932" extrusionOk="0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 rot="10800000" flipH="1">
              <a:off x="6388791" y="331264"/>
              <a:ext cx="61367" cy="55739"/>
            </a:xfrm>
            <a:custGeom>
              <a:avLst/>
              <a:gdLst/>
              <a:ahLst/>
              <a:cxnLst/>
              <a:rect l="l" t="t" r="r" b="b"/>
              <a:pathLst>
                <a:path w="1025" h="931" extrusionOk="0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 rot="10800000" flipH="1">
              <a:off x="4896831" y="73284"/>
              <a:ext cx="195056" cy="195056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96" name="Google Shape;296;p8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>
            <a:off x="1249950" y="-1858600"/>
            <a:ext cx="10262646" cy="620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 txBox="1">
            <a:spLocks noGrp="1"/>
          </p:cNvSpPr>
          <p:nvPr>
            <p:ph type="title"/>
          </p:nvPr>
        </p:nvSpPr>
        <p:spPr>
          <a:xfrm>
            <a:off x="716550" y="1857375"/>
            <a:ext cx="7177500" cy="26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"/>
          <p:cNvSpPr txBox="1">
            <a:spLocks noGrp="1"/>
          </p:cNvSpPr>
          <p:nvPr>
            <p:ph type="title"/>
          </p:nvPr>
        </p:nvSpPr>
        <p:spPr>
          <a:xfrm>
            <a:off x="4150800" y="2230775"/>
            <a:ext cx="4288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0" name="Google Shape;300;p9"/>
          <p:cNvSpPr txBox="1">
            <a:spLocks noGrp="1"/>
          </p:cNvSpPr>
          <p:nvPr>
            <p:ph type="subTitle" idx="1"/>
          </p:nvPr>
        </p:nvSpPr>
        <p:spPr>
          <a:xfrm>
            <a:off x="4150800" y="2888775"/>
            <a:ext cx="4288200" cy="146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1" name="Google Shape;301;p9"/>
          <p:cNvGrpSpPr/>
          <p:nvPr/>
        </p:nvGrpSpPr>
        <p:grpSpPr>
          <a:xfrm rot="5400000" flipH="1">
            <a:off x="7411921" y="5065696"/>
            <a:ext cx="2037970" cy="1046673"/>
            <a:chOff x="5875325" y="2234025"/>
            <a:chExt cx="651400" cy="334550"/>
          </a:xfrm>
        </p:grpSpPr>
        <p:sp>
          <p:nvSpPr>
            <p:cNvPr id="302" name="Google Shape;302;p9"/>
            <p:cNvSpPr/>
            <p:nvPr/>
          </p:nvSpPr>
          <p:spPr>
            <a:xfrm>
              <a:off x="587532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587532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587532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587532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596280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596280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596280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596280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604980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604980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604980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604980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613727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613727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613727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613727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622427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622427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622427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622427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631175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631175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631175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631175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639875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639875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639875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639875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648622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648622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648622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648622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4" name="Google Shape;334;p9"/>
          <p:cNvGrpSpPr/>
          <p:nvPr/>
        </p:nvGrpSpPr>
        <p:grpSpPr>
          <a:xfrm rot="-10449086">
            <a:off x="5587798" y="-512016"/>
            <a:ext cx="3834155" cy="1583390"/>
            <a:chOff x="2616023" y="-243129"/>
            <a:chExt cx="3834135" cy="1583382"/>
          </a:xfrm>
        </p:grpSpPr>
        <p:sp>
          <p:nvSpPr>
            <p:cNvPr id="335" name="Google Shape;335;p9"/>
            <p:cNvSpPr/>
            <p:nvPr/>
          </p:nvSpPr>
          <p:spPr>
            <a:xfrm rot="10800000" flipH="1">
              <a:off x="4329742" y="171351"/>
              <a:ext cx="968278" cy="668568"/>
            </a:xfrm>
            <a:custGeom>
              <a:avLst/>
              <a:gdLst/>
              <a:ahLst/>
              <a:cxnLst/>
              <a:rect l="l" t="t" r="r" b="b"/>
              <a:pathLst>
                <a:path w="16173" h="11167" fill="none" extrusionOk="0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 rot="10800000" flipH="1">
              <a:off x="3424987" y="-200801"/>
              <a:ext cx="2993979" cy="1040720"/>
            </a:xfrm>
            <a:custGeom>
              <a:avLst/>
              <a:gdLst/>
              <a:ahLst/>
              <a:cxnLst/>
              <a:rect l="l" t="t" r="r" b="b"/>
              <a:pathLst>
                <a:path w="50008" h="17383" fill="none" extrusionOk="0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9"/>
            <p:cNvSpPr/>
            <p:nvPr/>
          </p:nvSpPr>
          <p:spPr>
            <a:xfrm rot="10800000" flipH="1">
              <a:off x="2657274" y="-130573"/>
              <a:ext cx="1672528" cy="301984"/>
            </a:xfrm>
            <a:custGeom>
              <a:avLst/>
              <a:gdLst/>
              <a:ahLst/>
              <a:cxnLst/>
              <a:rect l="l" t="t" r="r" b="b"/>
              <a:pathLst>
                <a:path w="27936" h="5044" fill="none" extrusionOk="0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9"/>
            <p:cNvSpPr/>
            <p:nvPr/>
          </p:nvSpPr>
          <p:spPr>
            <a:xfrm rot="10800000" flipH="1">
              <a:off x="3131923" y="683898"/>
              <a:ext cx="1295886" cy="656355"/>
            </a:xfrm>
            <a:custGeom>
              <a:avLst/>
              <a:gdLst/>
              <a:ahLst/>
              <a:cxnLst/>
              <a:rect l="l" t="t" r="r" b="b"/>
              <a:pathLst>
                <a:path w="21645" h="10963" fill="none" extrusionOk="0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9"/>
            <p:cNvSpPr/>
            <p:nvPr/>
          </p:nvSpPr>
          <p:spPr>
            <a:xfrm rot="10800000" flipH="1">
              <a:off x="3131923" y="7547"/>
              <a:ext cx="294201" cy="1332706"/>
            </a:xfrm>
            <a:custGeom>
              <a:avLst/>
              <a:gdLst/>
              <a:ahLst/>
              <a:cxnLst/>
              <a:rect l="l" t="t" r="r" b="b"/>
              <a:pathLst>
                <a:path w="4914" h="22260" fill="none" extrusionOk="0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9"/>
            <p:cNvSpPr/>
            <p:nvPr/>
          </p:nvSpPr>
          <p:spPr>
            <a:xfrm rot="10800000" flipH="1">
              <a:off x="3383736" y="-33644"/>
              <a:ext cx="83638" cy="83579"/>
            </a:xfrm>
            <a:custGeom>
              <a:avLst/>
              <a:gdLst/>
              <a:ahLst/>
              <a:cxnLst/>
              <a:rect l="l" t="t" r="r" b="b"/>
              <a:pathLst>
                <a:path w="1397" h="1396" extrusionOk="0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9"/>
            <p:cNvSpPr/>
            <p:nvPr/>
          </p:nvSpPr>
          <p:spPr>
            <a:xfrm rot="10800000" flipH="1">
              <a:off x="3568675" y="642648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9"/>
            <p:cNvSpPr/>
            <p:nvPr/>
          </p:nvSpPr>
          <p:spPr>
            <a:xfrm rot="10800000" flipH="1">
              <a:off x="4385421" y="673840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9"/>
            <p:cNvSpPr/>
            <p:nvPr/>
          </p:nvSpPr>
          <p:spPr>
            <a:xfrm rot="10800000" flipH="1">
              <a:off x="4772062" y="-243129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 rot="10800000" flipH="1">
              <a:off x="2616023" y="-172961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9"/>
            <p:cNvSpPr/>
            <p:nvPr/>
          </p:nvSpPr>
          <p:spPr>
            <a:xfrm rot="10800000" flipH="1">
              <a:off x="3173173" y="-61543"/>
              <a:ext cx="55739" cy="55799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9"/>
            <p:cNvSpPr/>
            <p:nvPr/>
          </p:nvSpPr>
          <p:spPr>
            <a:xfrm rot="10800000" flipH="1">
              <a:off x="4113551" y="529015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9"/>
            <p:cNvSpPr/>
            <p:nvPr/>
          </p:nvSpPr>
          <p:spPr>
            <a:xfrm rot="10800000" flipH="1">
              <a:off x="3228852" y="729579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9"/>
            <p:cNvSpPr/>
            <p:nvPr/>
          </p:nvSpPr>
          <p:spPr>
            <a:xfrm rot="10800000" flipH="1">
              <a:off x="4863423" y="755742"/>
              <a:ext cx="61367" cy="56098"/>
            </a:xfrm>
            <a:custGeom>
              <a:avLst/>
              <a:gdLst/>
              <a:ahLst/>
              <a:cxnLst/>
              <a:rect l="l" t="t" r="r" b="b"/>
              <a:pathLst>
                <a:path w="1025" h="937" extrusionOk="0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 rot="10800000" flipH="1">
              <a:off x="5760396" y="600859"/>
              <a:ext cx="61307" cy="55799"/>
            </a:xfrm>
            <a:custGeom>
              <a:avLst/>
              <a:gdLst/>
              <a:ahLst/>
              <a:cxnLst/>
              <a:rect l="l" t="t" r="r" b="b"/>
              <a:pathLst>
                <a:path w="1024" h="932" extrusionOk="0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 rot="10800000" flipH="1">
              <a:off x="6388791" y="331264"/>
              <a:ext cx="61367" cy="55739"/>
            </a:xfrm>
            <a:custGeom>
              <a:avLst/>
              <a:gdLst/>
              <a:ahLst/>
              <a:cxnLst/>
              <a:rect l="l" t="t" r="r" b="b"/>
              <a:pathLst>
                <a:path w="1025" h="931" extrusionOk="0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 rot="10800000" flipH="1">
              <a:off x="4896831" y="73284"/>
              <a:ext cx="195056" cy="195056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"/>
          <p:cNvSpPr txBox="1">
            <a:spLocks noGrp="1"/>
          </p:cNvSpPr>
          <p:nvPr>
            <p:ph type="title"/>
          </p:nvPr>
        </p:nvSpPr>
        <p:spPr>
          <a:xfrm>
            <a:off x="695325" y="3013075"/>
            <a:ext cx="2543100" cy="174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11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8755934">
            <a:off x="2094338" y="2264574"/>
            <a:ext cx="8011422" cy="4844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11"/>
          <p:cNvGrpSpPr/>
          <p:nvPr/>
        </p:nvGrpSpPr>
        <p:grpSpPr>
          <a:xfrm rot="8400386" flipH="1">
            <a:off x="6804081" y="4039044"/>
            <a:ext cx="714538" cy="824136"/>
            <a:chOff x="5136000" y="3217000"/>
            <a:chExt cx="1052325" cy="1213734"/>
          </a:xfrm>
        </p:grpSpPr>
        <p:sp>
          <p:nvSpPr>
            <p:cNvPr id="357" name="Google Shape;357;p11"/>
            <p:cNvSpPr/>
            <p:nvPr/>
          </p:nvSpPr>
          <p:spPr>
            <a:xfrm>
              <a:off x="5136000" y="3217000"/>
              <a:ext cx="1052325" cy="1053016"/>
            </a:xfrm>
            <a:custGeom>
              <a:avLst/>
              <a:gdLst/>
              <a:ahLst/>
              <a:cxnLst/>
              <a:rect l="l" t="t" r="r" b="b"/>
              <a:pathLst>
                <a:path w="27415" h="27433" fill="none" extrusionOk="0">
                  <a:moveTo>
                    <a:pt x="27415" y="13716"/>
                  </a:moveTo>
                  <a:cubicBezTo>
                    <a:pt x="27415" y="21291"/>
                    <a:pt x="21273" y="27433"/>
                    <a:pt x="13698" y="27433"/>
                  </a:cubicBezTo>
                  <a:cubicBezTo>
                    <a:pt x="6124" y="27433"/>
                    <a:pt x="1" y="21291"/>
                    <a:pt x="1" y="13716"/>
                  </a:cubicBezTo>
                  <a:cubicBezTo>
                    <a:pt x="1" y="6142"/>
                    <a:pt x="6124" y="0"/>
                    <a:pt x="13698" y="0"/>
                  </a:cubicBezTo>
                  <a:cubicBezTo>
                    <a:pt x="21273" y="0"/>
                    <a:pt x="27415" y="6142"/>
                    <a:pt x="27415" y="13716"/>
                  </a:cubicBezTo>
                  <a:close/>
                </a:path>
              </a:pathLst>
            </a:custGeom>
            <a:noFill/>
            <a:ln w="58150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5542497" y="4087111"/>
              <a:ext cx="343661" cy="343623"/>
            </a:xfrm>
            <a:custGeom>
              <a:avLst/>
              <a:gdLst/>
              <a:ahLst/>
              <a:cxnLst/>
              <a:rect l="l" t="t" r="r" b="b"/>
              <a:pathLst>
                <a:path w="8953" h="8952" extrusionOk="0">
                  <a:moveTo>
                    <a:pt x="4486" y="0"/>
                  </a:moveTo>
                  <a:cubicBezTo>
                    <a:pt x="2010" y="0"/>
                    <a:pt x="0" y="2010"/>
                    <a:pt x="0" y="4485"/>
                  </a:cubicBezTo>
                  <a:cubicBezTo>
                    <a:pt x="0" y="6961"/>
                    <a:pt x="2010" y="8952"/>
                    <a:pt x="4486" y="8952"/>
                  </a:cubicBezTo>
                  <a:cubicBezTo>
                    <a:pt x="6961" y="8952"/>
                    <a:pt x="8952" y="6961"/>
                    <a:pt x="8952" y="4485"/>
                  </a:cubicBezTo>
                  <a:cubicBezTo>
                    <a:pt x="8952" y="2010"/>
                    <a:pt x="6961" y="0"/>
                    <a:pt x="44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" name="Google Shape;359;p11"/>
          <p:cNvGrpSpPr/>
          <p:nvPr/>
        </p:nvGrpSpPr>
        <p:grpSpPr>
          <a:xfrm>
            <a:off x="3359673" y="4385963"/>
            <a:ext cx="623053" cy="437218"/>
            <a:chOff x="-2155161" y="1657350"/>
            <a:chExt cx="623053" cy="437218"/>
          </a:xfrm>
        </p:grpSpPr>
        <p:sp>
          <p:nvSpPr>
            <p:cNvPr id="360" name="Google Shape;360;p11"/>
            <p:cNvSpPr/>
            <p:nvPr/>
          </p:nvSpPr>
          <p:spPr>
            <a:xfrm rot="10800000" flipH="1">
              <a:off x="-2155161" y="1657350"/>
              <a:ext cx="192751" cy="192760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20" y="0"/>
                  </a:moveTo>
                  <a:cubicBezTo>
                    <a:pt x="726" y="0"/>
                    <a:pt x="0" y="726"/>
                    <a:pt x="0" y="1620"/>
                  </a:cubicBezTo>
                  <a:cubicBezTo>
                    <a:pt x="0" y="2531"/>
                    <a:pt x="726" y="3257"/>
                    <a:pt x="1620" y="3257"/>
                  </a:cubicBezTo>
                  <a:cubicBezTo>
                    <a:pt x="2513" y="3257"/>
                    <a:pt x="3257" y="2531"/>
                    <a:pt x="3257" y="1620"/>
                  </a:cubicBezTo>
                  <a:cubicBezTo>
                    <a:pt x="3257" y="726"/>
                    <a:pt x="2513" y="0"/>
                    <a:pt x="1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1" name="Google Shape;361;p11"/>
            <p:cNvGrpSpPr/>
            <p:nvPr/>
          </p:nvGrpSpPr>
          <p:grpSpPr>
            <a:xfrm rot="10800000" flipH="1">
              <a:off x="-1776567" y="1869860"/>
              <a:ext cx="244459" cy="224709"/>
              <a:chOff x="5339800" y="2698350"/>
              <a:chExt cx="103300" cy="94950"/>
            </a:xfrm>
          </p:grpSpPr>
          <p:sp>
            <p:nvSpPr>
              <p:cNvPr id="362" name="Google Shape;362;p11"/>
              <p:cNvSpPr/>
              <p:nvPr/>
            </p:nvSpPr>
            <p:spPr>
              <a:xfrm>
                <a:off x="5354225" y="2704400"/>
                <a:ext cx="888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555" h="3556" extrusionOk="0">
                    <a:moveTo>
                      <a:pt x="1266" y="1"/>
                    </a:moveTo>
                    <a:lnTo>
                      <a:pt x="1266" y="1266"/>
                    </a:lnTo>
                    <a:lnTo>
                      <a:pt x="0" y="1266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55"/>
                    </a:lnTo>
                    <a:lnTo>
                      <a:pt x="2289" y="3555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66"/>
                    </a:lnTo>
                    <a:lnTo>
                      <a:pt x="2289" y="1266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11"/>
              <p:cNvSpPr/>
              <p:nvPr/>
            </p:nvSpPr>
            <p:spPr>
              <a:xfrm>
                <a:off x="5339800" y="2698350"/>
                <a:ext cx="88875" cy="89350"/>
              </a:xfrm>
              <a:custGeom>
                <a:avLst/>
                <a:gdLst/>
                <a:ahLst/>
                <a:cxnLst/>
                <a:rect l="l" t="t" r="r" b="b"/>
                <a:pathLst>
                  <a:path w="3555" h="3574" extrusionOk="0">
                    <a:moveTo>
                      <a:pt x="1266" y="1"/>
                    </a:moveTo>
                    <a:lnTo>
                      <a:pt x="1266" y="1285"/>
                    </a:lnTo>
                    <a:lnTo>
                      <a:pt x="0" y="1285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74"/>
                    </a:lnTo>
                    <a:lnTo>
                      <a:pt x="2289" y="3574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85"/>
                    </a:lnTo>
                    <a:lnTo>
                      <a:pt x="2289" y="1285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4" name="Google Shape;364;p11"/>
          <p:cNvGrpSpPr/>
          <p:nvPr/>
        </p:nvGrpSpPr>
        <p:grpSpPr>
          <a:xfrm rot="9182102" flipH="1">
            <a:off x="7637993" y="3331672"/>
            <a:ext cx="1136893" cy="1136851"/>
            <a:chOff x="2322975" y="4202575"/>
            <a:chExt cx="674675" cy="674650"/>
          </a:xfrm>
        </p:grpSpPr>
        <p:sp>
          <p:nvSpPr>
            <p:cNvPr id="365" name="Google Shape;365;p11"/>
            <p:cNvSpPr/>
            <p:nvPr/>
          </p:nvSpPr>
          <p:spPr>
            <a:xfrm>
              <a:off x="2322975" y="4202575"/>
              <a:ext cx="674675" cy="674650"/>
            </a:xfrm>
            <a:custGeom>
              <a:avLst/>
              <a:gdLst/>
              <a:ahLst/>
              <a:cxnLst/>
              <a:rect l="l" t="t" r="r" b="b"/>
              <a:pathLst>
                <a:path w="26987" h="26986" extrusionOk="0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1"/>
            <p:cNvSpPr/>
            <p:nvPr/>
          </p:nvSpPr>
          <p:spPr>
            <a:xfrm>
              <a:off x="2404400" y="4284000"/>
              <a:ext cx="512300" cy="512275"/>
            </a:xfrm>
            <a:custGeom>
              <a:avLst/>
              <a:gdLst/>
              <a:ahLst/>
              <a:cxnLst/>
              <a:rect l="l" t="t" r="r" b="b"/>
              <a:pathLst>
                <a:path w="20492" h="20491" extrusionOk="0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7" name="Google Shape;367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200150"/>
            <a:ext cx="6232500" cy="16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68" name="Google Shape;368;p11"/>
          <p:cNvSpPr txBox="1">
            <a:spLocks noGrp="1"/>
          </p:cNvSpPr>
          <p:nvPr>
            <p:ph type="subTitle" idx="1"/>
          </p:nvPr>
        </p:nvSpPr>
        <p:spPr>
          <a:xfrm>
            <a:off x="713225" y="2820925"/>
            <a:ext cx="62325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4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oogle Shape;371;p13"/>
          <p:cNvGrpSpPr/>
          <p:nvPr/>
        </p:nvGrpSpPr>
        <p:grpSpPr>
          <a:xfrm rot="-9943318">
            <a:off x="794871" y="3918628"/>
            <a:ext cx="982872" cy="1216786"/>
            <a:chOff x="3723300" y="6133000"/>
            <a:chExt cx="746775" cy="924500"/>
          </a:xfrm>
        </p:grpSpPr>
        <p:sp>
          <p:nvSpPr>
            <p:cNvPr id="372" name="Google Shape;372;p13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4" name="Google Shape;374;p13"/>
          <p:cNvSpPr/>
          <p:nvPr/>
        </p:nvSpPr>
        <p:spPr>
          <a:xfrm rot="8956704">
            <a:off x="2225319" y="4594694"/>
            <a:ext cx="253836" cy="253843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3"/>
          <p:cNvSpPr/>
          <p:nvPr/>
        </p:nvSpPr>
        <p:spPr>
          <a:xfrm rot="-2711196">
            <a:off x="750745" y="421594"/>
            <a:ext cx="192750" cy="192762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6" name="Google Shape;376;p13"/>
          <p:cNvGrpSpPr/>
          <p:nvPr/>
        </p:nvGrpSpPr>
        <p:grpSpPr>
          <a:xfrm rot="10800000">
            <a:off x="125545" y="2104491"/>
            <a:ext cx="244459" cy="224709"/>
            <a:chOff x="5339800" y="2698350"/>
            <a:chExt cx="103300" cy="94950"/>
          </a:xfrm>
        </p:grpSpPr>
        <p:sp>
          <p:nvSpPr>
            <p:cNvPr id="377" name="Google Shape;377;p13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9" name="Google Shape;379;p13"/>
          <p:cNvGrpSpPr/>
          <p:nvPr/>
        </p:nvGrpSpPr>
        <p:grpSpPr>
          <a:xfrm rot="3487221">
            <a:off x="428080" y="470364"/>
            <a:ext cx="1638294" cy="1622925"/>
            <a:chOff x="7084820" y="117420"/>
            <a:chExt cx="1638408" cy="1623038"/>
          </a:xfrm>
        </p:grpSpPr>
        <p:sp>
          <p:nvSpPr>
            <p:cNvPr id="380" name="Google Shape;380;p13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avLst/>
              <a:gdLst/>
              <a:ahLst/>
              <a:cxnLst/>
              <a:rect l="l" t="t" r="r" b="b"/>
              <a:pathLst>
                <a:path w="33500" h="33501" extrusionOk="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3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avLst/>
              <a:gdLst/>
              <a:ahLst/>
              <a:cxnLst/>
              <a:rect l="l" t="t" r="r" b="b"/>
              <a:pathLst>
                <a:path w="16862" h="16863" extrusionOk="0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82" name="Google Shape;3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8577094" flipH="1">
            <a:off x="-3196264" y="2891176"/>
            <a:ext cx="8086778" cy="5018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13"/>
          <p:cNvGrpSpPr/>
          <p:nvPr/>
        </p:nvGrpSpPr>
        <p:grpSpPr>
          <a:xfrm rot="5400000" flipH="1">
            <a:off x="8025983" y="4081234"/>
            <a:ext cx="2037970" cy="1046673"/>
            <a:chOff x="5875325" y="2234025"/>
            <a:chExt cx="651400" cy="334550"/>
          </a:xfrm>
        </p:grpSpPr>
        <p:sp>
          <p:nvSpPr>
            <p:cNvPr id="384" name="Google Shape;384;p13"/>
            <p:cNvSpPr/>
            <p:nvPr/>
          </p:nvSpPr>
          <p:spPr>
            <a:xfrm>
              <a:off x="587532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587532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587532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587532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596280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596280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596280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596280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604980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604980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604980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604980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613727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613727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613727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613727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622427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622427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622427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622427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631175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631175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631175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631175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639875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639875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639875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639875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648622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648622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648622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648622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16" name="Google Shape;41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4040435">
            <a:off x="-1972215" y="-3702814"/>
            <a:ext cx="8086783" cy="501870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3"/>
          <p:cNvSpPr txBox="1">
            <a:spLocks noGrp="1"/>
          </p:cNvSpPr>
          <p:nvPr>
            <p:ph type="subTitle" idx="1"/>
          </p:nvPr>
        </p:nvSpPr>
        <p:spPr>
          <a:xfrm>
            <a:off x="6221560" y="4077295"/>
            <a:ext cx="209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18" name="Google Shape;418;p13"/>
          <p:cNvSpPr txBox="1">
            <a:spLocks noGrp="1"/>
          </p:cNvSpPr>
          <p:nvPr>
            <p:ph type="subTitle" idx="2"/>
          </p:nvPr>
        </p:nvSpPr>
        <p:spPr>
          <a:xfrm>
            <a:off x="3669873" y="4077295"/>
            <a:ext cx="209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19" name="Google Shape;419;p13"/>
          <p:cNvSpPr txBox="1">
            <a:spLocks noGrp="1"/>
          </p:cNvSpPr>
          <p:nvPr>
            <p:ph type="subTitle" idx="3"/>
          </p:nvPr>
        </p:nvSpPr>
        <p:spPr>
          <a:xfrm>
            <a:off x="6221560" y="2006700"/>
            <a:ext cx="209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20" name="Google Shape;420;p13"/>
          <p:cNvSpPr txBox="1">
            <a:spLocks noGrp="1"/>
          </p:cNvSpPr>
          <p:nvPr>
            <p:ph type="subTitle" idx="4"/>
          </p:nvPr>
        </p:nvSpPr>
        <p:spPr>
          <a:xfrm>
            <a:off x="3669123" y="2006700"/>
            <a:ext cx="209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21" name="Google Shape;421;p13"/>
          <p:cNvSpPr txBox="1">
            <a:spLocks noGrp="1"/>
          </p:cNvSpPr>
          <p:nvPr>
            <p:ph type="title"/>
          </p:nvPr>
        </p:nvSpPr>
        <p:spPr>
          <a:xfrm>
            <a:off x="3669873" y="1548850"/>
            <a:ext cx="20940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2" name="Google Shape;422;p13"/>
          <p:cNvSpPr txBox="1">
            <a:spLocks noGrp="1"/>
          </p:cNvSpPr>
          <p:nvPr>
            <p:ph type="title" idx="5"/>
          </p:nvPr>
        </p:nvSpPr>
        <p:spPr>
          <a:xfrm>
            <a:off x="6221560" y="1548850"/>
            <a:ext cx="20940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3" name="Google Shape;423;p13"/>
          <p:cNvSpPr txBox="1">
            <a:spLocks noGrp="1"/>
          </p:cNvSpPr>
          <p:nvPr>
            <p:ph type="title" idx="6"/>
          </p:nvPr>
        </p:nvSpPr>
        <p:spPr>
          <a:xfrm>
            <a:off x="3669873" y="3606250"/>
            <a:ext cx="20940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4" name="Google Shape;424;p13"/>
          <p:cNvSpPr txBox="1">
            <a:spLocks noGrp="1"/>
          </p:cNvSpPr>
          <p:nvPr>
            <p:ph type="title" idx="7"/>
          </p:nvPr>
        </p:nvSpPr>
        <p:spPr>
          <a:xfrm>
            <a:off x="6221560" y="3606250"/>
            <a:ext cx="20940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5" name="Google Shape;425;p13"/>
          <p:cNvSpPr txBox="1">
            <a:spLocks noGrp="1"/>
          </p:cNvSpPr>
          <p:nvPr>
            <p:ph type="title" idx="8" hasCustomPrompt="1"/>
          </p:nvPr>
        </p:nvSpPr>
        <p:spPr>
          <a:xfrm>
            <a:off x="4292373" y="886488"/>
            <a:ext cx="8490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t>xx%</a:t>
            </a:r>
          </a:p>
        </p:txBody>
      </p:sp>
      <p:sp>
        <p:nvSpPr>
          <p:cNvPr id="426" name="Google Shape;426;p13"/>
          <p:cNvSpPr txBox="1">
            <a:spLocks noGrp="1"/>
          </p:cNvSpPr>
          <p:nvPr>
            <p:ph type="title" idx="9" hasCustomPrompt="1"/>
          </p:nvPr>
        </p:nvSpPr>
        <p:spPr>
          <a:xfrm>
            <a:off x="6844060" y="886488"/>
            <a:ext cx="8490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t>xx%</a:t>
            </a:r>
          </a:p>
        </p:txBody>
      </p:sp>
      <p:sp>
        <p:nvSpPr>
          <p:cNvPr id="427" name="Google Shape;427;p13"/>
          <p:cNvSpPr txBox="1">
            <a:spLocks noGrp="1"/>
          </p:cNvSpPr>
          <p:nvPr>
            <p:ph type="title" idx="13" hasCustomPrompt="1"/>
          </p:nvPr>
        </p:nvSpPr>
        <p:spPr>
          <a:xfrm>
            <a:off x="4292373" y="2930431"/>
            <a:ext cx="8490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t>xx%</a:t>
            </a:r>
          </a:p>
        </p:txBody>
      </p:sp>
      <p:sp>
        <p:nvSpPr>
          <p:cNvPr id="428" name="Google Shape;428;p13"/>
          <p:cNvSpPr txBox="1">
            <a:spLocks noGrp="1"/>
          </p:cNvSpPr>
          <p:nvPr>
            <p:ph type="title" idx="14" hasCustomPrompt="1"/>
          </p:nvPr>
        </p:nvSpPr>
        <p:spPr>
          <a:xfrm>
            <a:off x="6844060" y="2930431"/>
            <a:ext cx="8490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13"/>
          <p:cNvSpPr txBox="1">
            <a:spLocks noGrp="1"/>
          </p:cNvSpPr>
          <p:nvPr>
            <p:ph type="title" idx="15"/>
          </p:nvPr>
        </p:nvSpPr>
        <p:spPr>
          <a:xfrm>
            <a:off x="828440" y="2362150"/>
            <a:ext cx="2563500" cy="10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25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14"/>
          <p:cNvGrpSpPr/>
          <p:nvPr/>
        </p:nvGrpSpPr>
        <p:grpSpPr>
          <a:xfrm rot="9943318" flipH="1">
            <a:off x="6870492" y="3461428"/>
            <a:ext cx="982872" cy="1216786"/>
            <a:chOff x="3723300" y="6133000"/>
            <a:chExt cx="746775" cy="924500"/>
          </a:xfrm>
        </p:grpSpPr>
        <p:sp>
          <p:nvSpPr>
            <p:cNvPr id="432" name="Google Shape;432;p14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4" name="Google Shape;434;p14"/>
          <p:cNvSpPr/>
          <p:nvPr/>
        </p:nvSpPr>
        <p:spPr>
          <a:xfrm rot="-8956704" flipH="1">
            <a:off x="8195805" y="3790494"/>
            <a:ext cx="253836" cy="253843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4"/>
          <p:cNvSpPr/>
          <p:nvPr/>
        </p:nvSpPr>
        <p:spPr>
          <a:xfrm rot="2711196" flipH="1">
            <a:off x="8682714" y="350819"/>
            <a:ext cx="192750" cy="192762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6" name="Google Shape;436;p14"/>
          <p:cNvGrpSpPr/>
          <p:nvPr/>
        </p:nvGrpSpPr>
        <p:grpSpPr>
          <a:xfrm rot="10800000" flipH="1">
            <a:off x="8411580" y="652466"/>
            <a:ext cx="244459" cy="224709"/>
            <a:chOff x="5339800" y="2698350"/>
            <a:chExt cx="103300" cy="94950"/>
          </a:xfrm>
        </p:grpSpPr>
        <p:sp>
          <p:nvSpPr>
            <p:cNvPr id="437" name="Google Shape;437;p14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4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" name="Google Shape;439;p14"/>
          <p:cNvGrpSpPr/>
          <p:nvPr/>
        </p:nvGrpSpPr>
        <p:grpSpPr>
          <a:xfrm rot="-5400000" flipH="1">
            <a:off x="4085345" y="33050"/>
            <a:ext cx="1638408" cy="1623038"/>
            <a:chOff x="7084820" y="117420"/>
            <a:chExt cx="1638408" cy="1623038"/>
          </a:xfrm>
        </p:grpSpPr>
        <p:sp>
          <p:nvSpPr>
            <p:cNvPr id="440" name="Google Shape;440;p14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avLst/>
              <a:gdLst/>
              <a:ahLst/>
              <a:cxnLst/>
              <a:rect l="l" t="t" r="r" b="b"/>
              <a:pathLst>
                <a:path w="33500" h="33501" extrusionOk="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4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avLst/>
              <a:gdLst/>
              <a:ahLst/>
              <a:cxnLst/>
              <a:rect l="l" t="t" r="r" b="b"/>
              <a:pathLst>
                <a:path w="16862" h="16863" extrusionOk="0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42" name="Google Shape;44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976077" flipH="1">
            <a:off x="-652496" y="-3094814"/>
            <a:ext cx="8086784" cy="501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577094">
            <a:off x="2314720" y="2967376"/>
            <a:ext cx="8086778" cy="5018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4" name="Google Shape;444;p14"/>
          <p:cNvGrpSpPr/>
          <p:nvPr/>
        </p:nvGrpSpPr>
        <p:grpSpPr>
          <a:xfrm rot="5400000">
            <a:off x="-780268" y="3610640"/>
            <a:ext cx="982798" cy="1873557"/>
            <a:chOff x="2394475" y="1270900"/>
            <a:chExt cx="341700" cy="651400"/>
          </a:xfrm>
        </p:grpSpPr>
        <p:sp>
          <p:nvSpPr>
            <p:cNvPr id="445" name="Google Shape;445;p14"/>
            <p:cNvSpPr/>
            <p:nvPr/>
          </p:nvSpPr>
          <p:spPr>
            <a:xfrm>
              <a:off x="2401625" y="127090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4"/>
            <p:cNvSpPr/>
            <p:nvPr/>
          </p:nvSpPr>
          <p:spPr>
            <a:xfrm>
              <a:off x="2499800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4"/>
            <p:cNvSpPr/>
            <p:nvPr/>
          </p:nvSpPr>
          <p:spPr>
            <a:xfrm>
              <a:off x="2597500" y="12709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2695675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4"/>
            <p:cNvSpPr/>
            <p:nvPr/>
          </p:nvSpPr>
          <p:spPr>
            <a:xfrm>
              <a:off x="2401625" y="135837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4"/>
            <p:cNvSpPr/>
            <p:nvPr/>
          </p:nvSpPr>
          <p:spPr>
            <a:xfrm>
              <a:off x="2499800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2597500" y="135837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2695675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4"/>
            <p:cNvSpPr/>
            <p:nvPr/>
          </p:nvSpPr>
          <p:spPr>
            <a:xfrm>
              <a:off x="2401625" y="144537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4"/>
            <p:cNvSpPr/>
            <p:nvPr/>
          </p:nvSpPr>
          <p:spPr>
            <a:xfrm>
              <a:off x="2499800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4"/>
            <p:cNvSpPr/>
            <p:nvPr/>
          </p:nvSpPr>
          <p:spPr>
            <a:xfrm>
              <a:off x="2597500" y="144537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4"/>
            <p:cNvSpPr/>
            <p:nvPr/>
          </p:nvSpPr>
          <p:spPr>
            <a:xfrm>
              <a:off x="2695675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4"/>
            <p:cNvSpPr/>
            <p:nvPr/>
          </p:nvSpPr>
          <p:spPr>
            <a:xfrm>
              <a:off x="2394475" y="153285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4"/>
            <p:cNvSpPr/>
            <p:nvPr/>
          </p:nvSpPr>
          <p:spPr>
            <a:xfrm>
              <a:off x="2492650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4"/>
            <p:cNvSpPr/>
            <p:nvPr/>
          </p:nvSpPr>
          <p:spPr>
            <a:xfrm>
              <a:off x="2590350" y="153285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4"/>
            <p:cNvSpPr/>
            <p:nvPr/>
          </p:nvSpPr>
          <p:spPr>
            <a:xfrm>
              <a:off x="2688525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4"/>
            <p:cNvSpPr/>
            <p:nvPr/>
          </p:nvSpPr>
          <p:spPr>
            <a:xfrm>
              <a:off x="2394475" y="161985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4"/>
            <p:cNvSpPr/>
            <p:nvPr/>
          </p:nvSpPr>
          <p:spPr>
            <a:xfrm>
              <a:off x="2492650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2590350" y="161985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2688525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2394475" y="170732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2492650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2590350" y="17073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2695675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2401625" y="179432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2499800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2597500" y="17943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2695675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2401625" y="188180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2499800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2597500" y="18818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2695675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14"/>
          <p:cNvSpPr txBox="1">
            <a:spLocks noGrp="1"/>
          </p:cNvSpPr>
          <p:nvPr>
            <p:ph type="subTitle" idx="1"/>
          </p:nvPr>
        </p:nvSpPr>
        <p:spPr>
          <a:xfrm>
            <a:off x="3401250" y="4077297"/>
            <a:ext cx="23127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78" name="Google Shape;478;p14"/>
          <p:cNvSpPr txBox="1">
            <a:spLocks noGrp="1"/>
          </p:cNvSpPr>
          <p:nvPr>
            <p:ph type="subTitle" idx="2"/>
          </p:nvPr>
        </p:nvSpPr>
        <p:spPr>
          <a:xfrm>
            <a:off x="849174" y="4077300"/>
            <a:ext cx="23127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79" name="Google Shape;479;p14"/>
          <p:cNvSpPr txBox="1">
            <a:spLocks noGrp="1"/>
          </p:cNvSpPr>
          <p:nvPr>
            <p:ph type="subTitle" idx="3"/>
          </p:nvPr>
        </p:nvSpPr>
        <p:spPr>
          <a:xfrm>
            <a:off x="849174" y="2006700"/>
            <a:ext cx="2312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80" name="Google Shape;480;p14"/>
          <p:cNvSpPr txBox="1">
            <a:spLocks noGrp="1"/>
          </p:cNvSpPr>
          <p:nvPr>
            <p:ph type="title"/>
          </p:nvPr>
        </p:nvSpPr>
        <p:spPr>
          <a:xfrm>
            <a:off x="849174" y="1548850"/>
            <a:ext cx="23127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81" name="Google Shape;481;p14"/>
          <p:cNvSpPr txBox="1">
            <a:spLocks noGrp="1"/>
          </p:cNvSpPr>
          <p:nvPr>
            <p:ph type="title" idx="4"/>
          </p:nvPr>
        </p:nvSpPr>
        <p:spPr>
          <a:xfrm>
            <a:off x="849174" y="3606250"/>
            <a:ext cx="23127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82" name="Google Shape;482;p14"/>
          <p:cNvSpPr txBox="1">
            <a:spLocks noGrp="1"/>
          </p:cNvSpPr>
          <p:nvPr>
            <p:ph type="title" idx="5"/>
          </p:nvPr>
        </p:nvSpPr>
        <p:spPr>
          <a:xfrm>
            <a:off x="3401250" y="3606250"/>
            <a:ext cx="23127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83" name="Google Shape;483;p14"/>
          <p:cNvSpPr txBox="1">
            <a:spLocks noGrp="1"/>
          </p:cNvSpPr>
          <p:nvPr>
            <p:ph type="title" idx="6" hasCustomPrompt="1"/>
          </p:nvPr>
        </p:nvSpPr>
        <p:spPr>
          <a:xfrm>
            <a:off x="1581024" y="886488"/>
            <a:ext cx="8490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t>xx%</a:t>
            </a:r>
          </a:p>
        </p:txBody>
      </p:sp>
      <p:sp>
        <p:nvSpPr>
          <p:cNvPr id="484" name="Google Shape;484;p14"/>
          <p:cNvSpPr txBox="1">
            <a:spLocks noGrp="1"/>
          </p:cNvSpPr>
          <p:nvPr>
            <p:ph type="title" idx="7" hasCustomPrompt="1"/>
          </p:nvPr>
        </p:nvSpPr>
        <p:spPr>
          <a:xfrm>
            <a:off x="1581024" y="2930431"/>
            <a:ext cx="8490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t>xx%</a:t>
            </a:r>
          </a:p>
        </p:txBody>
      </p:sp>
      <p:sp>
        <p:nvSpPr>
          <p:cNvPr id="485" name="Google Shape;485;p14"/>
          <p:cNvSpPr txBox="1">
            <a:spLocks noGrp="1"/>
          </p:cNvSpPr>
          <p:nvPr>
            <p:ph type="title" idx="8" hasCustomPrompt="1"/>
          </p:nvPr>
        </p:nvSpPr>
        <p:spPr>
          <a:xfrm>
            <a:off x="4133100" y="2930431"/>
            <a:ext cx="8490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t>xx%</a:t>
            </a:r>
          </a:p>
        </p:txBody>
      </p:sp>
      <p:sp>
        <p:nvSpPr>
          <p:cNvPr id="486" name="Google Shape;486;p14"/>
          <p:cNvSpPr txBox="1">
            <a:spLocks noGrp="1"/>
          </p:cNvSpPr>
          <p:nvPr>
            <p:ph type="title" idx="9"/>
          </p:nvPr>
        </p:nvSpPr>
        <p:spPr>
          <a:xfrm>
            <a:off x="5780525" y="1371550"/>
            <a:ext cx="2563500" cy="10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5"/>
          <p:cNvSpPr txBox="1">
            <a:spLocks noGrp="1"/>
          </p:cNvSpPr>
          <p:nvPr>
            <p:ph type="title" hasCustomPrompt="1"/>
          </p:nvPr>
        </p:nvSpPr>
        <p:spPr>
          <a:xfrm>
            <a:off x="2223600" y="683328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89" name="Google Shape;489;p15"/>
          <p:cNvSpPr txBox="1">
            <a:spLocks noGrp="1"/>
          </p:cNvSpPr>
          <p:nvPr>
            <p:ph type="subTitle" idx="1"/>
          </p:nvPr>
        </p:nvSpPr>
        <p:spPr>
          <a:xfrm>
            <a:off x="2223600" y="1266728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490" name="Google Shape;490;p1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81034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91" name="Google Shape;491;p15"/>
          <p:cNvSpPr txBox="1">
            <a:spLocks noGrp="1"/>
          </p:cNvSpPr>
          <p:nvPr>
            <p:ph type="subTitle" idx="3"/>
          </p:nvPr>
        </p:nvSpPr>
        <p:spPr>
          <a:xfrm>
            <a:off x="2223600" y="2564050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492" name="Google Shape;492;p1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78741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93" name="Google Shape;493;p15"/>
          <p:cNvSpPr txBox="1">
            <a:spLocks noGrp="1"/>
          </p:cNvSpPr>
          <p:nvPr>
            <p:ph type="subTitle" idx="5"/>
          </p:nvPr>
        </p:nvSpPr>
        <p:spPr>
          <a:xfrm>
            <a:off x="2223600" y="3861372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494" name="Google Shape;494;p15"/>
          <p:cNvGrpSpPr/>
          <p:nvPr/>
        </p:nvGrpSpPr>
        <p:grpSpPr>
          <a:xfrm rot="1909828">
            <a:off x="6771884" y="4047576"/>
            <a:ext cx="3834079" cy="1583359"/>
            <a:chOff x="2390623" y="4101808"/>
            <a:chExt cx="3834135" cy="1583382"/>
          </a:xfrm>
        </p:grpSpPr>
        <p:sp>
          <p:nvSpPr>
            <p:cNvPr id="495" name="Google Shape;495;p15"/>
            <p:cNvSpPr/>
            <p:nvPr/>
          </p:nvSpPr>
          <p:spPr>
            <a:xfrm>
              <a:off x="4104342" y="4602141"/>
              <a:ext cx="968278" cy="668568"/>
            </a:xfrm>
            <a:custGeom>
              <a:avLst/>
              <a:gdLst/>
              <a:ahLst/>
              <a:cxnLst/>
              <a:rect l="l" t="t" r="r" b="b"/>
              <a:pathLst>
                <a:path w="16173" h="11167" fill="none" extrusionOk="0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3199587" y="4602141"/>
              <a:ext cx="2993979" cy="1040720"/>
            </a:xfrm>
            <a:custGeom>
              <a:avLst/>
              <a:gdLst/>
              <a:ahLst/>
              <a:cxnLst/>
              <a:rect l="l" t="t" r="r" b="b"/>
              <a:pathLst>
                <a:path w="50008" h="17383" fill="none" extrusionOk="0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2431874" y="5270650"/>
              <a:ext cx="1672528" cy="301984"/>
            </a:xfrm>
            <a:custGeom>
              <a:avLst/>
              <a:gdLst/>
              <a:ahLst/>
              <a:cxnLst/>
              <a:rect l="l" t="t" r="r" b="b"/>
              <a:pathLst>
                <a:path w="27936" h="5044" fill="none" extrusionOk="0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2906523" y="4101808"/>
              <a:ext cx="1295886" cy="656355"/>
            </a:xfrm>
            <a:custGeom>
              <a:avLst/>
              <a:gdLst/>
              <a:ahLst/>
              <a:cxnLst/>
              <a:rect l="l" t="t" r="r" b="b"/>
              <a:pathLst>
                <a:path w="21645" h="10963" fill="none" extrusionOk="0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2906523" y="4101808"/>
              <a:ext cx="294201" cy="1332706"/>
            </a:xfrm>
            <a:custGeom>
              <a:avLst/>
              <a:gdLst/>
              <a:ahLst/>
              <a:cxnLst/>
              <a:rect l="l" t="t" r="r" b="b"/>
              <a:pathLst>
                <a:path w="4914" h="22260" fill="none" extrusionOk="0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3158336" y="5392126"/>
              <a:ext cx="83638" cy="83579"/>
            </a:xfrm>
            <a:custGeom>
              <a:avLst/>
              <a:gdLst/>
              <a:ahLst/>
              <a:cxnLst/>
              <a:rect l="l" t="t" r="r" b="b"/>
              <a:pathLst>
                <a:path w="1397" h="1396" extrusionOk="0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3343275" y="4715774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4160021" y="4684582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4546662" y="5601551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2390623" y="5531383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2947773" y="5447805"/>
              <a:ext cx="55739" cy="55799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3888151" y="4857247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3003452" y="4656683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5"/>
            <p:cNvSpPr/>
            <p:nvPr/>
          </p:nvSpPr>
          <p:spPr>
            <a:xfrm>
              <a:off x="4638023" y="4630220"/>
              <a:ext cx="61367" cy="56098"/>
            </a:xfrm>
            <a:custGeom>
              <a:avLst/>
              <a:gdLst/>
              <a:ahLst/>
              <a:cxnLst/>
              <a:rect l="l" t="t" r="r" b="b"/>
              <a:pathLst>
                <a:path w="1025" h="937" extrusionOk="0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5534996" y="4785403"/>
              <a:ext cx="61307" cy="55799"/>
            </a:xfrm>
            <a:custGeom>
              <a:avLst/>
              <a:gdLst/>
              <a:ahLst/>
              <a:cxnLst/>
              <a:rect l="l" t="t" r="r" b="b"/>
              <a:pathLst>
                <a:path w="1024" h="932" extrusionOk="0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6163391" y="5055058"/>
              <a:ext cx="61367" cy="55739"/>
            </a:xfrm>
            <a:custGeom>
              <a:avLst/>
              <a:gdLst/>
              <a:ahLst/>
              <a:cxnLst/>
              <a:rect l="l" t="t" r="r" b="b"/>
              <a:pathLst>
                <a:path w="1025" h="931" extrusionOk="0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rgbClr val="162C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4671431" y="5173720"/>
              <a:ext cx="195056" cy="195056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2" name="Google Shape;512;p15"/>
          <p:cNvGrpSpPr/>
          <p:nvPr/>
        </p:nvGrpSpPr>
        <p:grpSpPr>
          <a:xfrm rot="2700000">
            <a:off x="594699" y="3914116"/>
            <a:ext cx="982912" cy="1216835"/>
            <a:chOff x="3723300" y="6133000"/>
            <a:chExt cx="746775" cy="924500"/>
          </a:xfrm>
        </p:grpSpPr>
        <p:sp>
          <p:nvSpPr>
            <p:cNvPr id="513" name="Google Shape;513;p15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5" name="Google Shape;515;p15"/>
          <p:cNvSpPr/>
          <p:nvPr/>
        </p:nvSpPr>
        <p:spPr>
          <a:xfrm>
            <a:off x="142470" y="3683392"/>
            <a:ext cx="253839" cy="253847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5"/>
          <p:cNvSpPr/>
          <p:nvPr/>
        </p:nvSpPr>
        <p:spPr>
          <a:xfrm>
            <a:off x="7000470" y="330592"/>
            <a:ext cx="253839" cy="253847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5"/>
          <p:cNvSpPr/>
          <p:nvPr/>
        </p:nvSpPr>
        <p:spPr>
          <a:xfrm>
            <a:off x="8459725" y="3218460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15"/>
          <p:cNvGrpSpPr/>
          <p:nvPr/>
        </p:nvGrpSpPr>
        <p:grpSpPr>
          <a:xfrm>
            <a:off x="8734959" y="2849677"/>
            <a:ext cx="260027" cy="239018"/>
            <a:chOff x="5339800" y="2698350"/>
            <a:chExt cx="103300" cy="94950"/>
          </a:xfrm>
        </p:grpSpPr>
        <p:sp>
          <p:nvSpPr>
            <p:cNvPr id="519" name="Google Shape;519;p15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1" name="Google Shape;521;p15"/>
          <p:cNvSpPr/>
          <p:nvPr/>
        </p:nvSpPr>
        <p:spPr>
          <a:xfrm rot="10800000">
            <a:off x="520473" y="2278475"/>
            <a:ext cx="192751" cy="192760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2" name="Google Shape;522;p15"/>
          <p:cNvGrpSpPr/>
          <p:nvPr/>
        </p:nvGrpSpPr>
        <p:grpSpPr>
          <a:xfrm rot="10800000">
            <a:off x="267095" y="2651991"/>
            <a:ext cx="244459" cy="224709"/>
            <a:chOff x="5339800" y="2698350"/>
            <a:chExt cx="103300" cy="94950"/>
          </a:xfrm>
        </p:grpSpPr>
        <p:sp>
          <p:nvSpPr>
            <p:cNvPr id="523" name="Google Shape;523;p15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525;p15"/>
          <p:cNvGrpSpPr/>
          <p:nvPr/>
        </p:nvGrpSpPr>
        <p:grpSpPr>
          <a:xfrm rot="4519971">
            <a:off x="-1117558" y="-168629"/>
            <a:ext cx="3834083" cy="1583361"/>
            <a:chOff x="2616023" y="-243129"/>
            <a:chExt cx="3834135" cy="1583382"/>
          </a:xfrm>
        </p:grpSpPr>
        <p:sp>
          <p:nvSpPr>
            <p:cNvPr id="526" name="Google Shape;526;p15"/>
            <p:cNvSpPr/>
            <p:nvPr/>
          </p:nvSpPr>
          <p:spPr>
            <a:xfrm rot="10800000" flipH="1">
              <a:off x="4329742" y="171351"/>
              <a:ext cx="968278" cy="668568"/>
            </a:xfrm>
            <a:custGeom>
              <a:avLst/>
              <a:gdLst/>
              <a:ahLst/>
              <a:cxnLst/>
              <a:rect l="l" t="t" r="r" b="b"/>
              <a:pathLst>
                <a:path w="16173" h="11167" fill="none" extrusionOk="0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5"/>
            <p:cNvSpPr/>
            <p:nvPr/>
          </p:nvSpPr>
          <p:spPr>
            <a:xfrm rot="10800000" flipH="1">
              <a:off x="3424987" y="-200801"/>
              <a:ext cx="2993979" cy="1040720"/>
            </a:xfrm>
            <a:custGeom>
              <a:avLst/>
              <a:gdLst/>
              <a:ahLst/>
              <a:cxnLst/>
              <a:rect l="l" t="t" r="r" b="b"/>
              <a:pathLst>
                <a:path w="50008" h="17383" fill="none" extrusionOk="0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5"/>
            <p:cNvSpPr/>
            <p:nvPr/>
          </p:nvSpPr>
          <p:spPr>
            <a:xfrm rot="10800000" flipH="1">
              <a:off x="2657274" y="-130573"/>
              <a:ext cx="1672528" cy="301984"/>
            </a:xfrm>
            <a:custGeom>
              <a:avLst/>
              <a:gdLst/>
              <a:ahLst/>
              <a:cxnLst/>
              <a:rect l="l" t="t" r="r" b="b"/>
              <a:pathLst>
                <a:path w="27936" h="5044" fill="none" extrusionOk="0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5"/>
            <p:cNvSpPr/>
            <p:nvPr/>
          </p:nvSpPr>
          <p:spPr>
            <a:xfrm rot="10800000" flipH="1">
              <a:off x="3131923" y="683898"/>
              <a:ext cx="1295886" cy="656355"/>
            </a:xfrm>
            <a:custGeom>
              <a:avLst/>
              <a:gdLst/>
              <a:ahLst/>
              <a:cxnLst/>
              <a:rect l="l" t="t" r="r" b="b"/>
              <a:pathLst>
                <a:path w="21645" h="10963" fill="none" extrusionOk="0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5"/>
            <p:cNvSpPr/>
            <p:nvPr/>
          </p:nvSpPr>
          <p:spPr>
            <a:xfrm rot="10800000" flipH="1">
              <a:off x="3131923" y="7547"/>
              <a:ext cx="294201" cy="1332706"/>
            </a:xfrm>
            <a:custGeom>
              <a:avLst/>
              <a:gdLst/>
              <a:ahLst/>
              <a:cxnLst/>
              <a:rect l="l" t="t" r="r" b="b"/>
              <a:pathLst>
                <a:path w="4914" h="22260" fill="none" extrusionOk="0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5"/>
            <p:cNvSpPr/>
            <p:nvPr/>
          </p:nvSpPr>
          <p:spPr>
            <a:xfrm rot="10800000" flipH="1">
              <a:off x="3383736" y="-33644"/>
              <a:ext cx="83638" cy="83579"/>
            </a:xfrm>
            <a:custGeom>
              <a:avLst/>
              <a:gdLst/>
              <a:ahLst/>
              <a:cxnLst/>
              <a:rect l="l" t="t" r="r" b="b"/>
              <a:pathLst>
                <a:path w="1397" h="1396" extrusionOk="0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5"/>
            <p:cNvSpPr/>
            <p:nvPr/>
          </p:nvSpPr>
          <p:spPr>
            <a:xfrm rot="10800000" flipH="1">
              <a:off x="3568675" y="642648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5"/>
            <p:cNvSpPr/>
            <p:nvPr/>
          </p:nvSpPr>
          <p:spPr>
            <a:xfrm rot="10800000" flipH="1">
              <a:off x="4385421" y="673840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5"/>
            <p:cNvSpPr/>
            <p:nvPr/>
          </p:nvSpPr>
          <p:spPr>
            <a:xfrm rot="10800000" flipH="1">
              <a:off x="4772062" y="-243129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5"/>
            <p:cNvSpPr/>
            <p:nvPr/>
          </p:nvSpPr>
          <p:spPr>
            <a:xfrm rot="10800000" flipH="1">
              <a:off x="2616023" y="-172961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5"/>
            <p:cNvSpPr/>
            <p:nvPr/>
          </p:nvSpPr>
          <p:spPr>
            <a:xfrm rot="10800000" flipH="1">
              <a:off x="3173173" y="-61543"/>
              <a:ext cx="55739" cy="55799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5"/>
            <p:cNvSpPr/>
            <p:nvPr/>
          </p:nvSpPr>
          <p:spPr>
            <a:xfrm rot="10800000" flipH="1">
              <a:off x="4113551" y="529015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5"/>
            <p:cNvSpPr/>
            <p:nvPr/>
          </p:nvSpPr>
          <p:spPr>
            <a:xfrm rot="10800000" flipH="1">
              <a:off x="3228852" y="729579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5"/>
            <p:cNvSpPr/>
            <p:nvPr/>
          </p:nvSpPr>
          <p:spPr>
            <a:xfrm rot="10800000" flipH="1">
              <a:off x="4863423" y="755742"/>
              <a:ext cx="61367" cy="56098"/>
            </a:xfrm>
            <a:custGeom>
              <a:avLst/>
              <a:gdLst/>
              <a:ahLst/>
              <a:cxnLst/>
              <a:rect l="l" t="t" r="r" b="b"/>
              <a:pathLst>
                <a:path w="1025" h="937" extrusionOk="0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5"/>
            <p:cNvSpPr/>
            <p:nvPr/>
          </p:nvSpPr>
          <p:spPr>
            <a:xfrm rot="10800000" flipH="1">
              <a:off x="5760396" y="600859"/>
              <a:ext cx="61307" cy="55799"/>
            </a:xfrm>
            <a:custGeom>
              <a:avLst/>
              <a:gdLst/>
              <a:ahLst/>
              <a:cxnLst/>
              <a:rect l="l" t="t" r="r" b="b"/>
              <a:pathLst>
                <a:path w="1024" h="932" extrusionOk="0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5"/>
            <p:cNvSpPr/>
            <p:nvPr/>
          </p:nvSpPr>
          <p:spPr>
            <a:xfrm rot="10800000" flipH="1">
              <a:off x="6388791" y="331264"/>
              <a:ext cx="61367" cy="55739"/>
            </a:xfrm>
            <a:custGeom>
              <a:avLst/>
              <a:gdLst/>
              <a:ahLst/>
              <a:cxnLst/>
              <a:rect l="l" t="t" r="r" b="b"/>
              <a:pathLst>
                <a:path w="1025" h="931" extrusionOk="0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5"/>
            <p:cNvSpPr/>
            <p:nvPr/>
          </p:nvSpPr>
          <p:spPr>
            <a:xfrm rot="10800000" flipH="1">
              <a:off x="4896831" y="73284"/>
              <a:ext cx="195056" cy="195056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15"/>
          <p:cNvGrpSpPr/>
          <p:nvPr/>
        </p:nvGrpSpPr>
        <p:grpSpPr>
          <a:xfrm rot="-5806928">
            <a:off x="7703224" y="355715"/>
            <a:ext cx="1136889" cy="1136847"/>
            <a:chOff x="2322975" y="4202575"/>
            <a:chExt cx="674675" cy="674650"/>
          </a:xfrm>
        </p:grpSpPr>
        <p:sp>
          <p:nvSpPr>
            <p:cNvPr id="544" name="Google Shape;544;p15"/>
            <p:cNvSpPr/>
            <p:nvPr/>
          </p:nvSpPr>
          <p:spPr>
            <a:xfrm>
              <a:off x="2322975" y="4202575"/>
              <a:ext cx="674675" cy="674650"/>
            </a:xfrm>
            <a:custGeom>
              <a:avLst/>
              <a:gdLst/>
              <a:ahLst/>
              <a:cxnLst/>
              <a:rect l="l" t="t" r="r" b="b"/>
              <a:pathLst>
                <a:path w="26987" h="26986" extrusionOk="0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2404400" y="4284000"/>
              <a:ext cx="512300" cy="512275"/>
            </a:xfrm>
            <a:custGeom>
              <a:avLst/>
              <a:gdLst/>
              <a:ahLst/>
              <a:cxnLst/>
              <a:rect l="l" t="t" r="r" b="b"/>
              <a:pathLst>
                <a:path w="20492" h="20491" extrusionOk="0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46" name="Google Shape;546;p15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5400000">
            <a:off x="4306862" y="456714"/>
            <a:ext cx="8830249" cy="533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15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6175286" flipH="1">
            <a:off x="-4418037" y="590065"/>
            <a:ext cx="8830246" cy="5339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13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" name="Google Shape;549;p16"/>
          <p:cNvGrpSpPr/>
          <p:nvPr/>
        </p:nvGrpSpPr>
        <p:grpSpPr>
          <a:xfrm rot="-5806928">
            <a:off x="8362762" y="508190"/>
            <a:ext cx="1136889" cy="1136847"/>
            <a:chOff x="2322975" y="4202575"/>
            <a:chExt cx="674675" cy="674650"/>
          </a:xfrm>
        </p:grpSpPr>
        <p:sp>
          <p:nvSpPr>
            <p:cNvPr id="550" name="Google Shape;550;p16"/>
            <p:cNvSpPr/>
            <p:nvPr/>
          </p:nvSpPr>
          <p:spPr>
            <a:xfrm>
              <a:off x="2322975" y="4202575"/>
              <a:ext cx="674675" cy="674650"/>
            </a:xfrm>
            <a:custGeom>
              <a:avLst/>
              <a:gdLst/>
              <a:ahLst/>
              <a:cxnLst/>
              <a:rect l="l" t="t" r="r" b="b"/>
              <a:pathLst>
                <a:path w="26987" h="26986" extrusionOk="0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2404400" y="4284000"/>
              <a:ext cx="512300" cy="512275"/>
            </a:xfrm>
            <a:custGeom>
              <a:avLst/>
              <a:gdLst/>
              <a:ahLst/>
              <a:cxnLst/>
              <a:rect l="l" t="t" r="r" b="b"/>
              <a:pathLst>
                <a:path w="20492" h="20491" extrusionOk="0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52" name="Google Shape;552;p16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2700002">
            <a:off x="4925499" y="-2930650"/>
            <a:ext cx="8011420" cy="48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16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3302260">
            <a:off x="-4576862" y="1763213"/>
            <a:ext cx="8011421" cy="4844648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16"/>
          <p:cNvSpPr/>
          <p:nvPr/>
        </p:nvSpPr>
        <p:spPr>
          <a:xfrm rot="10800000">
            <a:off x="523623" y="4308588"/>
            <a:ext cx="192751" cy="192760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5" name="Google Shape;555;p16"/>
          <p:cNvGrpSpPr/>
          <p:nvPr/>
        </p:nvGrpSpPr>
        <p:grpSpPr>
          <a:xfrm rot="10800000">
            <a:off x="270245" y="4682104"/>
            <a:ext cx="244459" cy="224709"/>
            <a:chOff x="5339800" y="2698350"/>
            <a:chExt cx="103300" cy="94950"/>
          </a:xfrm>
        </p:grpSpPr>
        <p:sp>
          <p:nvSpPr>
            <p:cNvPr id="556" name="Google Shape;556;p16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8" name="Google Shape;558;p16"/>
          <p:cNvGrpSpPr/>
          <p:nvPr/>
        </p:nvGrpSpPr>
        <p:grpSpPr>
          <a:xfrm>
            <a:off x="7818457" y="4642915"/>
            <a:ext cx="982798" cy="1873557"/>
            <a:chOff x="2394475" y="1270900"/>
            <a:chExt cx="341700" cy="651400"/>
          </a:xfrm>
        </p:grpSpPr>
        <p:sp>
          <p:nvSpPr>
            <p:cNvPr id="559" name="Google Shape;559;p16"/>
            <p:cNvSpPr/>
            <p:nvPr/>
          </p:nvSpPr>
          <p:spPr>
            <a:xfrm>
              <a:off x="2401625" y="127090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2499800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2597500" y="12709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2695675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2401625" y="135837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2499800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2597500" y="135837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2695675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2401625" y="144537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2499800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2597500" y="144537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2695675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2394475" y="153285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2492650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2590350" y="153285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2688525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2394475" y="161985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2492650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2590350" y="161985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2688525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2394475" y="170732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2492650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2590350" y="17073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2695675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2401625" y="179432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2499800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2597500" y="17943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2695675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2401625" y="188180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2499800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2597500" y="18818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2695675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1" name="Google Shape;591;p16"/>
          <p:cNvSpPr txBox="1">
            <a:spLocks noGrp="1"/>
          </p:cNvSpPr>
          <p:nvPr>
            <p:ph type="title"/>
          </p:nvPr>
        </p:nvSpPr>
        <p:spPr>
          <a:xfrm>
            <a:off x="5989213" y="3566600"/>
            <a:ext cx="2438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92" name="Google Shape;592;p16"/>
          <p:cNvSpPr txBox="1">
            <a:spLocks noGrp="1"/>
          </p:cNvSpPr>
          <p:nvPr>
            <p:ph type="subTitle" idx="1"/>
          </p:nvPr>
        </p:nvSpPr>
        <p:spPr>
          <a:xfrm>
            <a:off x="5989212" y="4036975"/>
            <a:ext cx="2438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16"/>
          <p:cNvSpPr txBox="1">
            <a:spLocks noGrp="1"/>
          </p:cNvSpPr>
          <p:nvPr>
            <p:ph type="title" idx="2"/>
          </p:nvPr>
        </p:nvSpPr>
        <p:spPr>
          <a:xfrm>
            <a:off x="5989213" y="1413950"/>
            <a:ext cx="2438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94" name="Google Shape;594;p16"/>
          <p:cNvSpPr txBox="1">
            <a:spLocks noGrp="1"/>
          </p:cNvSpPr>
          <p:nvPr>
            <p:ph type="subTitle" idx="3"/>
          </p:nvPr>
        </p:nvSpPr>
        <p:spPr>
          <a:xfrm>
            <a:off x="5989212" y="1884325"/>
            <a:ext cx="2438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5" name="Google Shape;595;p16"/>
          <p:cNvSpPr txBox="1">
            <a:spLocks noGrp="1"/>
          </p:cNvSpPr>
          <p:nvPr>
            <p:ph type="title" idx="4"/>
          </p:nvPr>
        </p:nvSpPr>
        <p:spPr>
          <a:xfrm>
            <a:off x="5989213" y="2490275"/>
            <a:ext cx="2438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96" name="Google Shape;596;p16"/>
          <p:cNvSpPr txBox="1">
            <a:spLocks noGrp="1"/>
          </p:cNvSpPr>
          <p:nvPr>
            <p:ph type="subTitle" idx="5"/>
          </p:nvPr>
        </p:nvSpPr>
        <p:spPr>
          <a:xfrm>
            <a:off x="5989212" y="2960650"/>
            <a:ext cx="2438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16"/>
          <p:cNvSpPr txBox="1">
            <a:spLocks noGrp="1"/>
          </p:cNvSpPr>
          <p:nvPr>
            <p:ph type="title" idx="6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16"/>
          <p:cNvSpPr txBox="1">
            <a:spLocks noGrp="1"/>
          </p:cNvSpPr>
          <p:nvPr>
            <p:ph type="title" idx="7" hasCustomPrompt="1"/>
          </p:nvPr>
        </p:nvSpPr>
        <p:spPr>
          <a:xfrm>
            <a:off x="1363364" y="1938651"/>
            <a:ext cx="12162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99" name="Google Shape;599;p16"/>
          <p:cNvSpPr txBox="1">
            <a:spLocks noGrp="1"/>
          </p:cNvSpPr>
          <p:nvPr>
            <p:ph type="title" idx="8" hasCustomPrompt="1"/>
          </p:nvPr>
        </p:nvSpPr>
        <p:spPr>
          <a:xfrm>
            <a:off x="3646689" y="2164601"/>
            <a:ext cx="12165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00" name="Google Shape;600;p16"/>
          <p:cNvSpPr txBox="1">
            <a:spLocks noGrp="1"/>
          </p:cNvSpPr>
          <p:nvPr>
            <p:ph type="title" idx="9" hasCustomPrompt="1"/>
          </p:nvPr>
        </p:nvSpPr>
        <p:spPr>
          <a:xfrm>
            <a:off x="2399064" y="3517650"/>
            <a:ext cx="1063800" cy="67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7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17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-8755934" flipH="1">
            <a:off x="-1334662" y="2416974"/>
            <a:ext cx="8011422" cy="4844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3" name="Google Shape;603;p17"/>
          <p:cNvGrpSpPr/>
          <p:nvPr/>
        </p:nvGrpSpPr>
        <p:grpSpPr>
          <a:xfrm rot="8618591">
            <a:off x="1278405" y="3154561"/>
            <a:ext cx="714494" cy="824086"/>
            <a:chOff x="5136000" y="3217000"/>
            <a:chExt cx="1052325" cy="1213734"/>
          </a:xfrm>
        </p:grpSpPr>
        <p:sp>
          <p:nvSpPr>
            <p:cNvPr id="604" name="Google Shape;604;p17"/>
            <p:cNvSpPr/>
            <p:nvPr/>
          </p:nvSpPr>
          <p:spPr>
            <a:xfrm>
              <a:off x="5136000" y="3217000"/>
              <a:ext cx="1052325" cy="1053016"/>
            </a:xfrm>
            <a:custGeom>
              <a:avLst/>
              <a:gdLst/>
              <a:ahLst/>
              <a:cxnLst/>
              <a:rect l="l" t="t" r="r" b="b"/>
              <a:pathLst>
                <a:path w="27415" h="27433" fill="none" extrusionOk="0">
                  <a:moveTo>
                    <a:pt x="27415" y="13716"/>
                  </a:moveTo>
                  <a:cubicBezTo>
                    <a:pt x="27415" y="21291"/>
                    <a:pt x="21273" y="27433"/>
                    <a:pt x="13698" y="27433"/>
                  </a:cubicBezTo>
                  <a:cubicBezTo>
                    <a:pt x="6124" y="27433"/>
                    <a:pt x="1" y="21291"/>
                    <a:pt x="1" y="13716"/>
                  </a:cubicBezTo>
                  <a:cubicBezTo>
                    <a:pt x="1" y="6142"/>
                    <a:pt x="6124" y="0"/>
                    <a:pt x="13698" y="0"/>
                  </a:cubicBezTo>
                  <a:cubicBezTo>
                    <a:pt x="21273" y="0"/>
                    <a:pt x="27415" y="6142"/>
                    <a:pt x="27415" y="13716"/>
                  </a:cubicBezTo>
                  <a:close/>
                </a:path>
              </a:pathLst>
            </a:custGeom>
            <a:noFill/>
            <a:ln w="58150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5542497" y="4087111"/>
              <a:ext cx="343661" cy="343623"/>
            </a:xfrm>
            <a:custGeom>
              <a:avLst/>
              <a:gdLst/>
              <a:ahLst/>
              <a:cxnLst/>
              <a:rect l="l" t="t" r="r" b="b"/>
              <a:pathLst>
                <a:path w="8953" h="8952" extrusionOk="0">
                  <a:moveTo>
                    <a:pt x="4486" y="0"/>
                  </a:moveTo>
                  <a:cubicBezTo>
                    <a:pt x="2010" y="0"/>
                    <a:pt x="0" y="2010"/>
                    <a:pt x="0" y="4485"/>
                  </a:cubicBezTo>
                  <a:cubicBezTo>
                    <a:pt x="0" y="6961"/>
                    <a:pt x="2010" y="8952"/>
                    <a:pt x="4486" y="8952"/>
                  </a:cubicBezTo>
                  <a:cubicBezTo>
                    <a:pt x="6961" y="8952"/>
                    <a:pt x="8952" y="6961"/>
                    <a:pt x="8952" y="4485"/>
                  </a:cubicBezTo>
                  <a:cubicBezTo>
                    <a:pt x="8952" y="2010"/>
                    <a:pt x="6961" y="0"/>
                    <a:pt x="44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" name="Google Shape;606;p17"/>
          <p:cNvGrpSpPr/>
          <p:nvPr/>
        </p:nvGrpSpPr>
        <p:grpSpPr>
          <a:xfrm flipH="1">
            <a:off x="4925658" y="4385963"/>
            <a:ext cx="623053" cy="437218"/>
            <a:chOff x="-2155161" y="1657350"/>
            <a:chExt cx="623053" cy="437218"/>
          </a:xfrm>
        </p:grpSpPr>
        <p:sp>
          <p:nvSpPr>
            <p:cNvPr id="607" name="Google Shape;607;p17"/>
            <p:cNvSpPr/>
            <p:nvPr/>
          </p:nvSpPr>
          <p:spPr>
            <a:xfrm rot="10800000" flipH="1">
              <a:off x="-2155161" y="1657350"/>
              <a:ext cx="192751" cy="192760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20" y="0"/>
                  </a:moveTo>
                  <a:cubicBezTo>
                    <a:pt x="726" y="0"/>
                    <a:pt x="0" y="726"/>
                    <a:pt x="0" y="1620"/>
                  </a:cubicBezTo>
                  <a:cubicBezTo>
                    <a:pt x="0" y="2531"/>
                    <a:pt x="726" y="3257"/>
                    <a:pt x="1620" y="3257"/>
                  </a:cubicBezTo>
                  <a:cubicBezTo>
                    <a:pt x="2513" y="3257"/>
                    <a:pt x="3257" y="2531"/>
                    <a:pt x="3257" y="1620"/>
                  </a:cubicBezTo>
                  <a:cubicBezTo>
                    <a:pt x="3257" y="726"/>
                    <a:pt x="2513" y="0"/>
                    <a:pt x="1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8" name="Google Shape;608;p17"/>
            <p:cNvGrpSpPr/>
            <p:nvPr/>
          </p:nvGrpSpPr>
          <p:grpSpPr>
            <a:xfrm rot="10800000" flipH="1">
              <a:off x="-1776567" y="1869860"/>
              <a:ext cx="244459" cy="224709"/>
              <a:chOff x="5339800" y="2698350"/>
              <a:chExt cx="103300" cy="94950"/>
            </a:xfrm>
          </p:grpSpPr>
          <p:sp>
            <p:nvSpPr>
              <p:cNvPr id="609" name="Google Shape;609;p17"/>
              <p:cNvSpPr/>
              <p:nvPr/>
            </p:nvSpPr>
            <p:spPr>
              <a:xfrm>
                <a:off x="5354225" y="2704400"/>
                <a:ext cx="888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555" h="3556" extrusionOk="0">
                    <a:moveTo>
                      <a:pt x="1266" y="1"/>
                    </a:moveTo>
                    <a:lnTo>
                      <a:pt x="1266" y="1266"/>
                    </a:lnTo>
                    <a:lnTo>
                      <a:pt x="0" y="1266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55"/>
                    </a:lnTo>
                    <a:lnTo>
                      <a:pt x="2289" y="3555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66"/>
                    </a:lnTo>
                    <a:lnTo>
                      <a:pt x="2289" y="1266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17"/>
              <p:cNvSpPr/>
              <p:nvPr/>
            </p:nvSpPr>
            <p:spPr>
              <a:xfrm>
                <a:off x="5339800" y="2698350"/>
                <a:ext cx="88875" cy="89350"/>
              </a:xfrm>
              <a:custGeom>
                <a:avLst/>
                <a:gdLst/>
                <a:ahLst/>
                <a:cxnLst/>
                <a:rect l="l" t="t" r="r" b="b"/>
                <a:pathLst>
                  <a:path w="3555" h="3574" extrusionOk="0">
                    <a:moveTo>
                      <a:pt x="1266" y="1"/>
                    </a:moveTo>
                    <a:lnTo>
                      <a:pt x="1266" y="1285"/>
                    </a:lnTo>
                    <a:lnTo>
                      <a:pt x="0" y="1285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74"/>
                    </a:lnTo>
                    <a:lnTo>
                      <a:pt x="2289" y="3574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85"/>
                    </a:lnTo>
                    <a:lnTo>
                      <a:pt x="2289" y="1285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611;p17"/>
          <p:cNvGrpSpPr/>
          <p:nvPr/>
        </p:nvGrpSpPr>
        <p:grpSpPr>
          <a:xfrm rot="7837051">
            <a:off x="284812" y="3883538"/>
            <a:ext cx="1136884" cy="1136841"/>
            <a:chOff x="2322975" y="4202575"/>
            <a:chExt cx="674675" cy="674650"/>
          </a:xfrm>
        </p:grpSpPr>
        <p:sp>
          <p:nvSpPr>
            <p:cNvPr id="612" name="Google Shape;612;p17"/>
            <p:cNvSpPr/>
            <p:nvPr/>
          </p:nvSpPr>
          <p:spPr>
            <a:xfrm>
              <a:off x="2322975" y="4202575"/>
              <a:ext cx="674675" cy="674650"/>
            </a:xfrm>
            <a:custGeom>
              <a:avLst/>
              <a:gdLst/>
              <a:ahLst/>
              <a:cxnLst/>
              <a:rect l="l" t="t" r="r" b="b"/>
              <a:pathLst>
                <a:path w="26987" h="26986" extrusionOk="0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2404400" y="4284000"/>
              <a:ext cx="512300" cy="512275"/>
            </a:xfrm>
            <a:custGeom>
              <a:avLst/>
              <a:gdLst/>
              <a:ahLst/>
              <a:cxnLst/>
              <a:rect l="l" t="t" r="r" b="b"/>
              <a:pathLst>
                <a:path w="20492" h="20491" extrusionOk="0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4" name="Google Shape;614;p17"/>
          <p:cNvSpPr txBox="1">
            <a:spLocks noGrp="1"/>
          </p:cNvSpPr>
          <p:nvPr>
            <p:ph type="title"/>
          </p:nvPr>
        </p:nvSpPr>
        <p:spPr>
          <a:xfrm>
            <a:off x="4014600" y="2852638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5" name="Google Shape;615;p17"/>
          <p:cNvSpPr txBox="1">
            <a:spLocks noGrp="1"/>
          </p:cNvSpPr>
          <p:nvPr>
            <p:ph type="subTitle" idx="1"/>
          </p:nvPr>
        </p:nvSpPr>
        <p:spPr>
          <a:xfrm>
            <a:off x="1683600" y="111126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4"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" name="Google Shape;617;p18"/>
          <p:cNvGrpSpPr/>
          <p:nvPr/>
        </p:nvGrpSpPr>
        <p:grpSpPr>
          <a:xfrm rot="720964">
            <a:off x="-74158" y="1963905"/>
            <a:ext cx="1574772" cy="1559999"/>
            <a:chOff x="7084820" y="117420"/>
            <a:chExt cx="1638408" cy="1623038"/>
          </a:xfrm>
        </p:grpSpPr>
        <p:sp>
          <p:nvSpPr>
            <p:cNvPr id="618" name="Google Shape;618;p18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avLst/>
              <a:gdLst/>
              <a:ahLst/>
              <a:cxnLst/>
              <a:rect l="l" t="t" r="r" b="b"/>
              <a:pathLst>
                <a:path w="33500" h="33501" extrusionOk="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8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avLst/>
              <a:gdLst/>
              <a:ahLst/>
              <a:cxnLst/>
              <a:rect l="l" t="t" r="r" b="b"/>
              <a:pathLst>
                <a:path w="16862" h="16863" extrusionOk="0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0" name="Google Shape;620;p18"/>
          <p:cNvGrpSpPr/>
          <p:nvPr/>
        </p:nvGrpSpPr>
        <p:grpSpPr>
          <a:xfrm rot="6468352">
            <a:off x="2388123" y="3767713"/>
            <a:ext cx="982943" cy="1216874"/>
            <a:chOff x="3723300" y="6133000"/>
            <a:chExt cx="746775" cy="924500"/>
          </a:xfrm>
        </p:grpSpPr>
        <p:sp>
          <p:nvSpPr>
            <p:cNvPr id="621" name="Google Shape;621;p18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3" name="Google Shape;623;p18"/>
          <p:cNvSpPr/>
          <p:nvPr/>
        </p:nvSpPr>
        <p:spPr>
          <a:xfrm flipH="1">
            <a:off x="1845521" y="2740647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4" name="Google Shape;624;p18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1277238">
            <a:off x="-3956962" y="191093"/>
            <a:ext cx="8692659" cy="5256612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18"/>
          <p:cNvSpPr txBox="1">
            <a:spLocks noGrp="1"/>
          </p:cNvSpPr>
          <p:nvPr>
            <p:ph type="title"/>
          </p:nvPr>
        </p:nvSpPr>
        <p:spPr>
          <a:xfrm flipH="1">
            <a:off x="3348900" y="26080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6" name="Google Shape;626;p18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660125" y="1143527"/>
            <a:ext cx="1617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27" name="Google Shape;627;p18"/>
          <p:cNvSpPr txBox="1">
            <a:spLocks noGrp="1"/>
          </p:cNvSpPr>
          <p:nvPr>
            <p:ph type="subTitle" idx="1"/>
          </p:nvPr>
        </p:nvSpPr>
        <p:spPr>
          <a:xfrm flipH="1">
            <a:off x="3348900" y="3589375"/>
            <a:ext cx="5067600" cy="5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4_1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9" name="Google Shape;629;p19"/>
          <p:cNvGrpSpPr/>
          <p:nvPr/>
        </p:nvGrpSpPr>
        <p:grpSpPr>
          <a:xfrm rot="-2700000" flipH="1">
            <a:off x="7392074" y="3927366"/>
            <a:ext cx="982912" cy="1216835"/>
            <a:chOff x="3723300" y="6133000"/>
            <a:chExt cx="746775" cy="924500"/>
          </a:xfrm>
        </p:grpSpPr>
        <p:sp>
          <p:nvSpPr>
            <p:cNvPr id="630" name="Google Shape;630;p19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9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2" name="Google Shape;632;p19"/>
          <p:cNvSpPr/>
          <p:nvPr/>
        </p:nvSpPr>
        <p:spPr>
          <a:xfrm flipH="1">
            <a:off x="2274600" y="385304"/>
            <a:ext cx="253839" cy="253847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3" name="Google Shape;633;p19"/>
          <p:cNvGrpSpPr/>
          <p:nvPr/>
        </p:nvGrpSpPr>
        <p:grpSpPr>
          <a:xfrm flipH="1">
            <a:off x="805681" y="172133"/>
            <a:ext cx="1638408" cy="1623038"/>
            <a:chOff x="7084820" y="117420"/>
            <a:chExt cx="1638408" cy="1623038"/>
          </a:xfrm>
        </p:grpSpPr>
        <p:sp>
          <p:nvSpPr>
            <p:cNvPr id="634" name="Google Shape;634;p19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avLst/>
              <a:gdLst/>
              <a:ahLst/>
              <a:cxnLst/>
              <a:rect l="l" t="t" r="r" b="b"/>
              <a:pathLst>
                <a:path w="33500" h="33501" extrusionOk="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9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avLst/>
              <a:gdLst/>
              <a:ahLst/>
              <a:cxnLst/>
              <a:rect l="l" t="t" r="r" b="b"/>
              <a:pathLst>
                <a:path w="16862" h="16863" extrusionOk="0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36" name="Google Shape;636;p19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flipH="1">
            <a:off x="-3869175" y="-1547050"/>
            <a:ext cx="8011423" cy="4844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19"/>
          <p:cNvPicPr preferRelativeResize="0"/>
          <p:nvPr/>
        </p:nvPicPr>
        <p:blipFill rotWithShape="1">
          <a:blip r:embed="rId2">
            <a:alphaModFix/>
          </a:blip>
          <a:srcRect l="1774" t="4010" r="1765" b="2057"/>
          <a:stretch/>
        </p:blipFill>
        <p:spPr>
          <a:xfrm flipH="1">
            <a:off x="5211873" y="2914975"/>
            <a:ext cx="7296824" cy="441004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9"/>
          <p:cNvSpPr txBox="1">
            <a:spLocks noGrp="1"/>
          </p:cNvSpPr>
          <p:nvPr>
            <p:ph type="title"/>
          </p:nvPr>
        </p:nvSpPr>
        <p:spPr>
          <a:xfrm flipH="1">
            <a:off x="1371600" y="2608050"/>
            <a:ext cx="6400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39" name="Google Shape;639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763050" y="1143527"/>
            <a:ext cx="1617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40" name="Google Shape;640;p19"/>
          <p:cNvSpPr txBox="1">
            <a:spLocks noGrp="1"/>
          </p:cNvSpPr>
          <p:nvPr>
            <p:ph type="subTitle" idx="1"/>
          </p:nvPr>
        </p:nvSpPr>
        <p:spPr>
          <a:xfrm flipH="1">
            <a:off x="2038200" y="3589375"/>
            <a:ext cx="5067600" cy="5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0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3" name="Google Shape;643;p20"/>
          <p:cNvSpPr/>
          <p:nvPr/>
        </p:nvSpPr>
        <p:spPr>
          <a:xfrm rot="10800000">
            <a:off x="344023" y="240388"/>
            <a:ext cx="192751" cy="192760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4" name="Google Shape;644;p20"/>
          <p:cNvGrpSpPr/>
          <p:nvPr/>
        </p:nvGrpSpPr>
        <p:grpSpPr>
          <a:xfrm rot="10800000">
            <a:off x="90645" y="613904"/>
            <a:ext cx="244459" cy="224709"/>
            <a:chOff x="5339800" y="2698350"/>
            <a:chExt cx="103300" cy="94950"/>
          </a:xfrm>
        </p:grpSpPr>
        <p:sp>
          <p:nvSpPr>
            <p:cNvPr id="645" name="Google Shape;645;p20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47" name="Google Shape;647;p20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-1889006">
            <a:off x="-6258699" y="-2369999"/>
            <a:ext cx="8011424" cy="4844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8" name="Google Shape;648;p20"/>
          <p:cNvGrpSpPr/>
          <p:nvPr/>
        </p:nvGrpSpPr>
        <p:grpSpPr>
          <a:xfrm>
            <a:off x="8455769" y="168571"/>
            <a:ext cx="2037970" cy="1046673"/>
            <a:chOff x="5875325" y="2234025"/>
            <a:chExt cx="651400" cy="334550"/>
          </a:xfrm>
        </p:grpSpPr>
        <p:sp>
          <p:nvSpPr>
            <p:cNvPr id="649" name="Google Shape;649;p20"/>
            <p:cNvSpPr/>
            <p:nvPr/>
          </p:nvSpPr>
          <p:spPr>
            <a:xfrm>
              <a:off x="587532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587532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587532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587532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596280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596280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596280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596280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604980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604980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04980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04980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13727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13727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13727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613727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622427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22427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622427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622427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631175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631175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1175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631175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639875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639875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639875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639875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648622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648622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48622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48622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7"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3" name="Google Shape;683;p21"/>
          <p:cNvSpPr/>
          <p:nvPr/>
        </p:nvSpPr>
        <p:spPr>
          <a:xfrm rot="10800000">
            <a:off x="953569" y="4769789"/>
            <a:ext cx="253839" cy="253847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4" name="Google Shape;684;p21"/>
          <p:cNvGrpSpPr/>
          <p:nvPr/>
        </p:nvGrpSpPr>
        <p:grpSpPr>
          <a:xfrm rot="4993072">
            <a:off x="-632236" y="3861665"/>
            <a:ext cx="1136889" cy="1136847"/>
            <a:chOff x="2322975" y="4202575"/>
            <a:chExt cx="674675" cy="674650"/>
          </a:xfrm>
        </p:grpSpPr>
        <p:sp>
          <p:nvSpPr>
            <p:cNvPr id="685" name="Google Shape;685;p21"/>
            <p:cNvSpPr/>
            <p:nvPr/>
          </p:nvSpPr>
          <p:spPr>
            <a:xfrm>
              <a:off x="2322975" y="4202575"/>
              <a:ext cx="674675" cy="674650"/>
            </a:xfrm>
            <a:custGeom>
              <a:avLst/>
              <a:gdLst/>
              <a:ahLst/>
              <a:cxnLst/>
              <a:rect l="l" t="t" r="r" b="b"/>
              <a:pathLst>
                <a:path w="26987" h="26986" extrusionOk="0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1"/>
            <p:cNvSpPr/>
            <p:nvPr/>
          </p:nvSpPr>
          <p:spPr>
            <a:xfrm>
              <a:off x="2404400" y="4284000"/>
              <a:ext cx="512300" cy="512275"/>
            </a:xfrm>
            <a:custGeom>
              <a:avLst/>
              <a:gdLst/>
              <a:ahLst/>
              <a:cxnLst/>
              <a:rect l="l" t="t" r="r" b="b"/>
              <a:pathLst>
                <a:path w="20492" h="20491" extrusionOk="0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7" name="Google Shape;687;p21"/>
          <p:cNvGrpSpPr/>
          <p:nvPr/>
        </p:nvGrpSpPr>
        <p:grpSpPr>
          <a:xfrm rot="8725278" flipH="1">
            <a:off x="8429893" y="4097450"/>
            <a:ext cx="982914" cy="1216838"/>
            <a:chOff x="3723300" y="6133000"/>
            <a:chExt cx="746775" cy="924500"/>
          </a:xfrm>
        </p:grpSpPr>
        <p:sp>
          <p:nvSpPr>
            <p:cNvPr id="688" name="Google Shape;688;p21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1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90" name="Google Shape;690;p21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-9741316">
            <a:off x="-2786514" y="3164400"/>
            <a:ext cx="8011427" cy="48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21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9741316" flipH="1">
            <a:off x="3919086" y="3164400"/>
            <a:ext cx="8011427" cy="4844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2" name="Google Shape;692;p21"/>
          <p:cNvGrpSpPr/>
          <p:nvPr/>
        </p:nvGrpSpPr>
        <p:grpSpPr>
          <a:xfrm rot="5400000">
            <a:off x="8952470" y="-205410"/>
            <a:ext cx="982798" cy="1873557"/>
            <a:chOff x="2394475" y="1270900"/>
            <a:chExt cx="341700" cy="651400"/>
          </a:xfrm>
        </p:grpSpPr>
        <p:sp>
          <p:nvSpPr>
            <p:cNvPr id="693" name="Google Shape;693;p21"/>
            <p:cNvSpPr/>
            <p:nvPr/>
          </p:nvSpPr>
          <p:spPr>
            <a:xfrm>
              <a:off x="2401625" y="127090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1"/>
            <p:cNvSpPr/>
            <p:nvPr/>
          </p:nvSpPr>
          <p:spPr>
            <a:xfrm>
              <a:off x="2499800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1"/>
            <p:cNvSpPr/>
            <p:nvPr/>
          </p:nvSpPr>
          <p:spPr>
            <a:xfrm>
              <a:off x="2597500" y="12709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1"/>
            <p:cNvSpPr/>
            <p:nvPr/>
          </p:nvSpPr>
          <p:spPr>
            <a:xfrm>
              <a:off x="2695675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1"/>
            <p:cNvSpPr/>
            <p:nvPr/>
          </p:nvSpPr>
          <p:spPr>
            <a:xfrm>
              <a:off x="2401625" y="135837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1"/>
            <p:cNvSpPr/>
            <p:nvPr/>
          </p:nvSpPr>
          <p:spPr>
            <a:xfrm>
              <a:off x="2499800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1"/>
            <p:cNvSpPr/>
            <p:nvPr/>
          </p:nvSpPr>
          <p:spPr>
            <a:xfrm>
              <a:off x="2597500" y="135837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1"/>
            <p:cNvSpPr/>
            <p:nvPr/>
          </p:nvSpPr>
          <p:spPr>
            <a:xfrm>
              <a:off x="2695675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1"/>
            <p:cNvSpPr/>
            <p:nvPr/>
          </p:nvSpPr>
          <p:spPr>
            <a:xfrm>
              <a:off x="2401625" y="144537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1"/>
            <p:cNvSpPr/>
            <p:nvPr/>
          </p:nvSpPr>
          <p:spPr>
            <a:xfrm>
              <a:off x="2499800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1"/>
            <p:cNvSpPr/>
            <p:nvPr/>
          </p:nvSpPr>
          <p:spPr>
            <a:xfrm>
              <a:off x="2597500" y="144537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1"/>
            <p:cNvSpPr/>
            <p:nvPr/>
          </p:nvSpPr>
          <p:spPr>
            <a:xfrm>
              <a:off x="2695675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1"/>
            <p:cNvSpPr/>
            <p:nvPr/>
          </p:nvSpPr>
          <p:spPr>
            <a:xfrm>
              <a:off x="2394475" y="153285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1"/>
            <p:cNvSpPr/>
            <p:nvPr/>
          </p:nvSpPr>
          <p:spPr>
            <a:xfrm>
              <a:off x="2492650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1"/>
            <p:cNvSpPr/>
            <p:nvPr/>
          </p:nvSpPr>
          <p:spPr>
            <a:xfrm>
              <a:off x="2590350" y="153285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1"/>
            <p:cNvSpPr/>
            <p:nvPr/>
          </p:nvSpPr>
          <p:spPr>
            <a:xfrm>
              <a:off x="2688525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1"/>
            <p:cNvSpPr/>
            <p:nvPr/>
          </p:nvSpPr>
          <p:spPr>
            <a:xfrm>
              <a:off x="2394475" y="161985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1"/>
            <p:cNvSpPr/>
            <p:nvPr/>
          </p:nvSpPr>
          <p:spPr>
            <a:xfrm>
              <a:off x="2492650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1"/>
            <p:cNvSpPr/>
            <p:nvPr/>
          </p:nvSpPr>
          <p:spPr>
            <a:xfrm>
              <a:off x="2590350" y="161985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1"/>
            <p:cNvSpPr/>
            <p:nvPr/>
          </p:nvSpPr>
          <p:spPr>
            <a:xfrm>
              <a:off x="2688525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1"/>
            <p:cNvSpPr/>
            <p:nvPr/>
          </p:nvSpPr>
          <p:spPr>
            <a:xfrm>
              <a:off x="2394475" y="170732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1"/>
            <p:cNvSpPr/>
            <p:nvPr/>
          </p:nvSpPr>
          <p:spPr>
            <a:xfrm>
              <a:off x="2492650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1"/>
            <p:cNvSpPr/>
            <p:nvPr/>
          </p:nvSpPr>
          <p:spPr>
            <a:xfrm>
              <a:off x="2590350" y="17073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1"/>
            <p:cNvSpPr/>
            <p:nvPr/>
          </p:nvSpPr>
          <p:spPr>
            <a:xfrm>
              <a:off x="2695675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1"/>
            <p:cNvSpPr/>
            <p:nvPr/>
          </p:nvSpPr>
          <p:spPr>
            <a:xfrm>
              <a:off x="2401625" y="179432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1"/>
            <p:cNvSpPr/>
            <p:nvPr/>
          </p:nvSpPr>
          <p:spPr>
            <a:xfrm>
              <a:off x="2499800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1"/>
            <p:cNvSpPr/>
            <p:nvPr/>
          </p:nvSpPr>
          <p:spPr>
            <a:xfrm>
              <a:off x="2597500" y="17943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1"/>
            <p:cNvSpPr/>
            <p:nvPr/>
          </p:nvSpPr>
          <p:spPr>
            <a:xfrm>
              <a:off x="2695675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1"/>
            <p:cNvSpPr/>
            <p:nvPr/>
          </p:nvSpPr>
          <p:spPr>
            <a:xfrm>
              <a:off x="2401625" y="188180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1"/>
            <p:cNvSpPr/>
            <p:nvPr/>
          </p:nvSpPr>
          <p:spPr>
            <a:xfrm>
              <a:off x="2499800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1"/>
            <p:cNvSpPr/>
            <p:nvPr/>
          </p:nvSpPr>
          <p:spPr>
            <a:xfrm>
              <a:off x="2597500" y="18818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1"/>
            <p:cNvSpPr/>
            <p:nvPr/>
          </p:nvSpPr>
          <p:spPr>
            <a:xfrm>
              <a:off x="2695675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5" name="Google Shape;725;p21"/>
          <p:cNvSpPr/>
          <p:nvPr/>
        </p:nvSpPr>
        <p:spPr>
          <a:xfrm rot="10800000">
            <a:off x="344023" y="240388"/>
            <a:ext cx="192751" cy="192760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6" name="Google Shape;726;p21"/>
          <p:cNvGrpSpPr/>
          <p:nvPr/>
        </p:nvGrpSpPr>
        <p:grpSpPr>
          <a:xfrm rot="10800000">
            <a:off x="90645" y="613904"/>
            <a:ext cx="244459" cy="224709"/>
            <a:chOff x="5339800" y="2698350"/>
            <a:chExt cx="103300" cy="94950"/>
          </a:xfrm>
        </p:grpSpPr>
        <p:sp>
          <p:nvSpPr>
            <p:cNvPr id="727" name="Google Shape;727;p21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1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9"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2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2" name="Google Shape;732;p23"/>
          <p:cNvGrpSpPr/>
          <p:nvPr/>
        </p:nvGrpSpPr>
        <p:grpSpPr>
          <a:xfrm rot="8656140">
            <a:off x="267971" y="586136"/>
            <a:ext cx="982860" cy="1216771"/>
            <a:chOff x="3723300" y="6133000"/>
            <a:chExt cx="746775" cy="924500"/>
          </a:xfrm>
        </p:grpSpPr>
        <p:sp>
          <p:nvSpPr>
            <p:cNvPr id="733" name="Google Shape;733;p23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3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5" name="Google Shape;735;p23"/>
          <p:cNvSpPr/>
          <p:nvPr/>
        </p:nvSpPr>
        <p:spPr>
          <a:xfrm rot="5956061">
            <a:off x="1466429" y="376084"/>
            <a:ext cx="253837" cy="253847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23"/>
          <p:cNvSpPr/>
          <p:nvPr/>
        </p:nvSpPr>
        <p:spPr>
          <a:xfrm flipH="1">
            <a:off x="8500363" y="3754104"/>
            <a:ext cx="253839" cy="253847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7" name="Google Shape;737;p23"/>
          <p:cNvGrpSpPr/>
          <p:nvPr/>
        </p:nvGrpSpPr>
        <p:grpSpPr>
          <a:xfrm rot="10800000" flipH="1">
            <a:off x="8780818" y="3490191"/>
            <a:ext cx="244459" cy="224709"/>
            <a:chOff x="5339800" y="2698350"/>
            <a:chExt cx="103300" cy="94950"/>
          </a:xfrm>
        </p:grpSpPr>
        <p:sp>
          <p:nvSpPr>
            <p:cNvPr id="738" name="Google Shape;738;p23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3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23"/>
          <p:cNvGrpSpPr/>
          <p:nvPr/>
        </p:nvGrpSpPr>
        <p:grpSpPr>
          <a:xfrm flipH="1">
            <a:off x="7031444" y="3540933"/>
            <a:ext cx="1638408" cy="1623038"/>
            <a:chOff x="7084820" y="117420"/>
            <a:chExt cx="1638408" cy="1623038"/>
          </a:xfrm>
        </p:grpSpPr>
        <p:sp>
          <p:nvSpPr>
            <p:cNvPr id="741" name="Google Shape;741;p23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avLst/>
              <a:gdLst/>
              <a:ahLst/>
              <a:cxnLst/>
              <a:rect l="l" t="t" r="r" b="b"/>
              <a:pathLst>
                <a:path w="33500" h="33501" extrusionOk="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3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avLst/>
              <a:gdLst/>
              <a:ahLst/>
              <a:cxnLst/>
              <a:rect l="l" t="t" r="r" b="b"/>
              <a:pathLst>
                <a:path w="16862" h="16863" extrusionOk="0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43" name="Google Shape;743;p23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-689975" flipH="1">
            <a:off x="-2136761" y="-2782928"/>
            <a:ext cx="9259722" cy="5599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23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8455375">
            <a:off x="2808628" y="2395359"/>
            <a:ext cx="9259717" cy="5599515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23"/>
          <p:cNvSpPr txBox="1">
            <a:spLocks noGrp="1"/>
          </p:cNvSpPr>
          <p:nvPr>
            <p:ph type="title"/>
          </p:nvPr>
        </p:nvSpPr>
        <p:spPr>
          <a:xfrm>
            <a:off x="1812750" y="1189100"/>
            <a:ext cx="5518500" cy="18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23"/>
          <p:cNvSpPr txBox="1">
            <a:spLocks noGrp="1"/>
          </p:cNvSpPr>
          <p:nvPr>
            <p:ph type="subTitle" idx="1"/>
          </p:nvPr>
        </p:nvSpPr>
        <p:spPr>
          <a:xfrm>
            <a:off x="2158550" y="3001100"/>
            <a:ext cx="48729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4"/>
          <p:cNvSpPr txBox="1">
            <a:spLocks noGrp="1"/>
          </p:cNvSpPr>
          <p:nvPr>
            <p:ph type="title"/>
          </p:nvPr>
        </p:nvSpPr>
        <p:spPr>
          <a:xfrm>
            <a:off x="948600" y="1088250"/>
            <a:ext cx="3185400" cy="20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24"/>
          <p:cNvSpPr txBox="1">
            <a:spLocks noGrp="1"/>
          </p:cNvSpPr>
          <p:nvPr>
            <p:ph type="subTitle" idx="1"/>
          </p:nvPr>
        </p:nvSpPr>
        <p:spPr>
          <a:xfrm>
            <a:off x="948600" y="3204000"/>
            <a:ext cx="31377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50" name="Google Shape;750;p24"/>
          <p:cNvGrpSpPr/>
          <p:nvPr/>
        </p:nvGrpSpPr>
        <p:grpSpPr>
          <a:xfrm rot="-8100000">
            <a:off x="6214938" y="-14347"/>
            <a:ext cx="3834098" cy="1583367"/>
            <a:chOff x="2390623" y="4101808"/>
            <a:chExt cx="3834135" cy="1583382"/>
          </a:xfrm>
        </p:grpSpPr>
        <p:sp>
          <p:nvSpPr>
            <p:cNvPr id="751" name="Google Shape;751;p24"/>
            <p:cNvSpPr/>
            <p:nvPr/>
          </p:nvSpPr>
          <p:spPr>
            <a:xfrm>
              <a:off x="4104342" y="4602141"/>
              <a:ext cx="968278" cy="668568"/>
            </a:xfrm>
            <a:custGeom>
              <a:avLst/>
              <a:gdLst/>
              <a:ahLst/>
              <a:cxnLst/>
              <a:rect l="l" t="t" r="r" b="b"/>
              <a:pathLst>
                <a:path w="16173" h="11167" fill="none" extrusionOk="0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4"/>
            <p:cNvSpPr/>
            <p:nvPr/>
          </p:nvSpPr>
          <p:spPr>
            <a:xfrm>
              <a:off x="3199587" y="4602141"/>
              <a:ext cx="2993979" cy="1040720"/>
            </a:xfrm>
            <a:custGeom>
              <a:avLst/>
              <a:gdLst/>
              <a:ahLst/>
              <a:cxnLst/>
              <a:rect l="l" t="t" r="r" b="b"/>
              <a:pathLst>
                <a:path w="50008" h="17383" fill="none" extrusionOk="0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4"/>
            <p:cNvSpPr/>
            <p:nvPr/>
          </p:nvSpPr>
          <p:spPr>
            <a:xfrm>
              <a:off x="2431874" y="5270650"/>
              <a:ext cx="1672528" cy="301984"/>
            </a:xfrm>
            <a:custGeom>
              <a:avLst/>
              <a:gdLst/>
              <a:ahLst/>
              <a:cxnLst/>
              <a:rect l="l" t="t" r="r" b="b"/>
              <a:pathLst>
                <a:path w="27936" h="5044" fill="none" extrusionOk="0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4"/>
            <p:cNvSpPr/>
            <p:nvPr/>
          </p:nvSpPr>
          <p:spPr>
            <a:xfrm>
              <a:off x="2906523" y="4101808"/>
              <a:ext cx="1295886" cy="656355"/>
            </a:xfrm>
            <a:custGeom>
              <a:avLst/>
              <a:gdLst/>
              <a:ahLst/>
              <a:cxnLst/>
              <a:rect l="l" t="t" r="r" b="b"/>
              <a:pathLst>
                <a:path w="21645" h="10963" fill="none" extrusionOk="0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4"/>
            <p:cNvSpPr/>
            <p:nvPr/>
          </p:nvSpPr>
          <p:spPr>
            <a:xfrm>
              <a:off x="2906523" y="4101808"/>
              <a:ext cx="294201" cy="1332706"/>
            </a:xfrm>
            <a:custGeom>
              <a:avLst/>
              <a:gdLst/>
              <a:ahLst/>
              <a:cxnLst/>
              <a:rect l="l" t="t" r="r" b="b"/>
              <a:pathLst>
                <a:path w="4914" h="22260" fill="none" extrusionOk="0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4"/>
            <p:cNvSpPr/>
            <p:nvPr/>
          </p:nvSpPr>
          <p:spPr>
            <a:xfrm>
              <a:off x="3158336" y="5392126"/>
              <a:ext cx="83638" cy="83579"/>
            </a:xfrm>
            <a:custGeom>
              <a:avLst/>
              <a:gdLst/>
              <a:ahLst/>
              <a:cxnLst/>
              <a:rect l="l" t="t" r="r" b="b"/>
              <a:pathLst>
                <a:path w="1397" h="1396" extrusionOk="0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4"/>
            <p:cNvSpPr/>
            <p:nvPr/>
          </p:nvSpPr>
          <p:spPr>
            <a:xfrm>
              <a:off x="3343275" y="4715774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4"/>
            <p:cNvSpPr/>
            <p:nvPr/>
          </p:nvSpPr>
          <p:spPr>
            <a:xfrm>
              <a:off x="4160021" y="4684582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4546662" y="5601551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4"/>
            <p:cNvSpPr/>
            <p:nvPr/>
          </p:nvSpPr>
          <p:spPr>
            <a:xfrm>
              <a:off x="2390623" y="5531383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4"/>
            <p:cNvSpPr/>
            <p:nvPr/>
          </p:nvSpPr>
          <p:spPr>
            <a:xfrm>
              <a:off x="2947773" y="5447805"/>
              <a:ext cx="55739" cy="55799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4"/>
            <p:cNvSpPr/>
            <p:nvPr/>
          </p:nvSpPr>
          <p:spPr>
            <a:xfrm>
              <a:off x="3888151" y="4857247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3003452" y="4656683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4638023" y="4630220"/>
              <a:ext cx="61367" cy="56098"/>
            </a:xfrm>
            <a:custGeom>
              <a:avLst/>
              <a:gdLst/>
              <a:ahLst/>
              <a:cxnLst/>
              <a:rect l="l" t="t" r="r" b="b"/>
              <a:pathLst>
                <a:path w="1025" h="937" extrusionOk="0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5534996" y="4785403"/>
              <a:ext cx="61307" cy="55799"/>
            </a:xfrm>
            <a:custGeom>
              <a:avLst/>
              <a:gdLst/>
              <a:ahLst/>
              <a:cxnLst/>
              <a:rect l="l" t="t" r="r" b="b"/>
              <a:pathLst>
                <a:path w="1024" h="932" extrusionOk="0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4"/>
            <p:cNvSpPr/>
            <p:nvPr/>
          </p:nvSpPr>
          <p:spPr>
            <a:xfrm>
              <a:off x="6163391" y="5055058"/>
              <a:ext cx="61367" cy="55739"/>
            </a:xfrm>
            <a:custGeom>
              <a:avLst/>
              <a:gdLst/>
              <a:ahLst/>
              <a:cxnLst/>
              <a:rect l="l" t="t" r="r" b="b"/>
              <a:pathLst>
                <a:path w="1025" h="931" extrusionOk="0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rgbClr val="162C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4"/>
            <p:cNvSpPr/>
            <p:nvPr/>
          </p:nvSpPr>
          <p:spPr>
            <a:xfrm>
              <a:off x="4671431" y="5173720"/>
              <a:ext cx="195056" cy="195056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8" name="Google Shape;768;p24"/>
          <p:cNvSpPr/>
          <p:nvPr/>
        </p:nvSpPr>
        <p:spPr>
          <a:xfrm>
            <a:off x="149150" y="4669047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9" name="Google Shape;769;p24"/>
          <p:cNvGrpSpPr/>
          <p:nvPr/>
        </p:nvGrpSpPr>
        <p:grpSpPr>
          <a:xfrm>
            <a:off x="453209" y="4300265"/>
            <a:ext cx="260027" cy="239018"/>
            <a:chOff x="5339800" y="2698350"/>
            <a:chExt cx="103300" cy="94950"/>
          </a:xfrm>
        </p:grpSpPr>
        <p:sp>
          <p:nvSpPr>
            <p:cNvPr id="770" name="Google Shape;770;p24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24"/>
          <p:cNvGrpSpPr/>
          <p:nvPr/>
        </p:nvGrpSpPr>
        <p:grpSpPr>
          <a:xfrm rot="5400000">
            <a:off x="-209906" y="-800579"/>
            <a:ext cx="2037970" cy="1046673"/>
            <a:chOff x="5875325" y="2234025"/>
            <a:chExt cx="651400" cy="334550"/>
          </a:xfrm>
        </p:grpSpPr>
        <p:sp>
          <p:nvSpPr>
            <p:cNvPr id="773" name="Google Shape;773;p24"/>
            <p:cNvSpPr/>
            <p:nvPr/>
          </p:nvSpPr>
          <p:spPr>
            <a:xfrm>
              <a:off x="587532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587532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587532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587532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4"/>
            <p:cNvSpPr/>
            <p:nvPr/>
          </p:nvSpPr>
          <p:spPr>
            <a:xfrm>
              <a:off x="596280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596280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4"/>
            <p:cNvSpPr/>
            <p:nvPr/>
          </p:nvSpPr>
          <p:spPr>
            <a:xfrm>
              <a:off x="596280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4"/>
            <p:cNvSpPr/>
            <p:nvPr/>
          </p:nvSpPr>
          <p:spPr>
            <a:xfrm>
              <a:off x="596280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604980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4"/>
            <p:cNvSpPr/>
            <p:nvPr/>
          </p:nvSpPr>
          <p:spPr>
            <a:xfrm>
              <a:off x="604980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4"/>
            <p:cNvSpPr/>
            <p:nvPr/>
          </p:nvSpPr>
          <p:spPr>
            <a:xfrm>
              <a:off x="604980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4"/>
            <p:cNvSpPr/>
            <p:nvPr/>
          </p:nvSpPr>
          <p:spPr>
            <a:xfrm>
              <a:off x="604980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4"/>
            <p:cNvSpPr/>
            <p:nvPr/>
          </p:nvSpPr>
          <p:spPr>
            <a:xfrm>
              <a:off x="613727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4"/>
            <p:cNvSpPr/>
            <p:nvPr/>
          </p:nvSpPr>
          <p:spPr>
            <a:xfrm>
              <a:off x="613727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4"/>
            <p:cNvSpPr/>
            <p:nvPr/>
          </p:nvSpPr>
          <p:spPr>
            <a:xfrm>
              <a:off x="613727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4"/>
            <p:cNvSpPr/>
            <p:nvPr/>
          </p:nvSpPr>
          <p:spPr>
            <a:xfrm>
              <a:off x="613727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4"/>
            <p:cNvSpPr/>
            <p:nvPr/>
          </p:nvSpPr>
          <p:spPr>
            <a:xfrm>
              <a:off x="622427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622427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622427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622427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631175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4"/>
            <p:cNvSpPr/>
            <p:nvPr/>
          </p:nvSpPr>
          <p:spPr>
            <a:xfrm>
              <a:off x="631175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631175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4"/>
            <p:cNvSpPr/>
            <p:nvPr/>
          </p:nvSpPr>
          <p:spPr>
            <a:xfrm>
              <a:off x="631175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639875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639875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639875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639875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648622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648622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648622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648622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9"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5"/>
          <p:cNvSpPr/>
          <p:nvPr/>
        </p:nvSpPr>
        <p:spPr>
          <a:xfrm flipH="1">
            <a:off x="963625" y="175754"/>
            <a:ext cx="253839" cy="253847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25"/>
          <p:cNvSpPr/>
          <p:nvPr/>
        </p:nvSpPr>
        <p:spPr>
          <a:xfrm flipH="1">
            <a:off x="530523" y="688797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8" name="Google Shape;808;p25"/>
          <p:cNvGrpSpPr/>
          <p:nvPr/>
        </p:nvGrpSpPr>
        <p:grpSpPr>
          <a:xfrm flipH="1">
            <a:off x="235124" y="320015"/>
            <a:ext cx="260027" cy="239018"/>
            <a:chOff x="5339800" y="2698350"/>
            <a:chExt cx="103300" cy="94950"/>
          </a:xfrm>
        </p:grpSpPr>
        <p:sp>
          <p:nvSpPr>
            <p:cNvPr id="809" name="Google Shape;809;p25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5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1" name="Google Shape;811;p25"/>
          <p:cNvGrpSpPr/>
          <p:nvPr/>
        </p:nvGrpSpPr>
        <p:grpSpPr>
          <a:xfrm flipH="1">
            <a:off x="7916494" y="3672858"/>
            <a:ext cx="1638408" cy="1623038"/>
            <a:chOff x="7084820" y="117420"/>
            <a:chExt cx="1638408" cy="1623038"/>
          </a:xfrm>
        </p:grpSpPr>
        <p:sp>
          <p:nvSpPr>
            <p:cNvPr id="812" name="Google Shape;812;p25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avLst/>
              <a:gdLst/>
              <a:ahLst/>
              <a:cxnLst/>
              <a:rect l="l" t="t" r="r" b="b"/>
              <a:pathLst>
                <a:path w="33500" h="33501" extrusionOk="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5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avLst/>
              <a:gdLst/>
              <a:ahLst/>
              <a:cxnLst/>
              <a:rect l="l" t="t" r="r" b="b"/>
              <a:pathLst>
                <a:path w="16862" h="16863" extrusionOk="0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4" name="Google Shape;814;p25"/>
          <p:cNvPicPr preferRelativeResize="0"/>
          <p:nvPr/>
        </p:nvPicPr>
        <p:blipFill rotWithShape="1">
          <a:blip r:embed="rId2">
            <a:alphaModFix/>
          </a:blip>
          <a:srcRect l="1774" t="4010" r="1765" b="2057"/>
          <a:stretch/>
        </p:blipFill>
        <p:spPr>
          <a:xfrm flipH="1">
            <a:off x="3438623" y="2399550"/>
            <a:ext cx="7296824" cy="4410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25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-2343267" flipH="1">
            <a:off x="-3840449" y="-1798002"/>
            <a:ext cx="8011422" cy="4844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6" name="Google Shape;816;p25"/>
          <p:cNvGrpSpPr/>
          <p:nvPr/>
        </p:nvGrpSpPr>
        <p:grpSpPr>
          <a:xfrm rot="2386221" flipH="1">
            <a:off x="6267618" y="-489341"/>
            <a:ext cx="3834062" cy="1583352"/>
            <a:chOff x="2390623" y="4101808"/>
            <a:chExt cx="3834135" cy="1583382"/>
          </a:xfrm>
        </p:grpSpPr>
        <p:sp>
          <p:nvSpPr>
            <p:cNvPr id="817" name="Google Shape;817;p25"/>
            <p:cNvSpPr/>
            <p:nvPr/>
          </p:nvSpPr>
          <p:spPr>
            <a:xfrm>
              <a:off x="4104342" y="4602141"/>
              <a:ext cx="968278" cy="668568"/>
            </a:xfrm>
            <a:custGeom>
              <a:avLst/>
              <a:gdLst/>
              <a:ahLst/>
              <a:cxnLst/>
              <a:rect l="l" t="t" r="r" b="b"/>
              <a:pathLst>
                <a:path w="16173" h="11167" fill="none" extrusionOk="0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5"/>
            <p:cNvSpPr/>
            <p:nvPr/>
          </p:nvSpPr>
          <p:spPr>
            <a:xfrm>
              <a:off x="3199587" y="4602141"/>
              <a:ext cx="2993979" cy="1040720"/>
            </a:xfrm>
            <a:custGeom>
              <a:avLst/>
              <a:gdLst/>
              <a:ahLst/>
              <a:cxnLst/>
              <a:rect l="l" t="t" r="r" b="b"/>
              <a:pathLst>
                <a:path w="50008" h="17383" fill="none" extrusionOk="0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5"/>
            <p:cNvSpPr/>
            <p:nvPr/>
          </p:nvSpPr>
          <p:spPr>
            <a:xfrm>
              <a:off x="2431874" y="5270650"/>
              <a:ext cx="1672528" cy="301984"/>
            </a:xfrm>
            <a:custGeom>
              <a:avLst/>
              <a:gdLst/>
              <a:ahLst/>
              <a:cxnLst/>
              <a:rect l="l" t="t" r="r" b="b"/>
              <a:pathLst>
                <a:path w="27936" h="5044" fill="none" extrusionOk="0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5"/>
            <p:cNvSpPr/>
            <p:nvPr/>
          </p:nvSpPr>
          <p:spPr>
            <a:xfrm>
              <a:off x="2906523" y="4101808"/>
              <a:ext cx="1295886" cy="656355"/>
            </a:xfrm>
            <a:custGeom>
              <a:avLst/>
              <a:gdLst/>
              <a:ahLst/>
              <a:cxnLst/>
              <a:rect l="l" t="t" r="r" b="b"/>
              <a:pathLst>
                <a:path w="21645" h="10963" fill="none" extrusionOk="0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5"/>
            <p:cNvSpPr/>
            <p:nvPr/>
          </p:nvSpPr>
          <p:spPr>
            <a:xfrm>
              <a:off x="2906523" y="4101808"/>
              <a:ext cx="294201" cy="1332706"/>
            </a:xfrm>
            <a:custGeom>
              <a:avLst/>
              <a:gdLst/>
              <a:ahLst/>
              <a:cxnLst/>
              <a:rect l="l" t="t" r="r" b="b"/>
              <a:pathLst>
                <a:path w="4914" h="22260" fill="none" extrusionOk="0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5"/>
            <p:cNvSpPr/>
            <p:nvPr/>
          </p:nvSpPr>
          <p:spPr>
            <a:xfrm>
              <a:off x="3158336" y="5392126"/>
              <a:ext cx="83638" cy="83579"/>
            </a:xfrm>
            <a:custGeom>
              <a:avLst/>
              <a:gdLst/>
              <a:ahLst/>
              <a:cxnLst/>
              <a:rect l="l" t="t" r="r" b="b"/>
              <a:pathLst>
                <a:path w="1397" h="1396" extrusionOk="0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5"/>
            <p:cNvSpPr/>
            <p:nvPr/>
          </p:nvSpPr>
          <p:spPr>
            <a:xfrm>
              <a:off x="3343275" y="4715774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5"/>
            <p:cNvSpPr/>
            <p:nvPr/>
          </p:nvSpPr>
          <p:spPr>
            <a:xfrm>
              <a:off x="4160021" y="4684582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5"/>
            <p:cNvSpPr/>
            <p:nvPr/>
          </p:nvSpPr>
          <p:spPr>
            <a:xfrm>
              <a:off x="4546662" y="5601551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5"/>
            <p:cNvSpPr/>
            <p:nvPr/>
          </p:nvSpPr>
          <p:spPr>
            <a:xfrm>
              <a:off x="2390623" y="5531383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5"/>
            <p:cNvSpPr/>
            <p:nvPr/>
          </p:nvSpPr>
          <p:spPr>
            <a:xfrm>
              <a:off x="2947773" y="5447805"/>
              <a:ext cx="55739" cy="55799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5"/>
            <p:cNvSpPr/>
            <p:nvPr/>
          </p:nvSpPr>
          <p:spPr>
            <a:xfrm>
              <a:off x="3888151" y="4857247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5"/>
            <p:cNvSpPr/>
            <p:nvPr/>
          </p:nvSpPr>
          <p:spPr>
            <a:xfrm>
              <a:off x="3003452" y="4656683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5"/>
            <p:cNvSpPr/>
            <p:nvPr/>
          </p:nvSpPr>
          <p:spPr>
            <a:xfrm>
              <a:off x="4638023" y="4630220"/>
              <a:ext cx="61367" cy="56098"/>
            </a:xfrm>
            <a:custGeom>
              <a:avLst/>
              <a:gdLst/>
              <a:ahLst/>
              <a:cxnLst/>
              <a:rect l="l" t="t" r="r" b="b"/>
              <a:pathLst>
                <a:path w="1025" h="937" extrusionOk="0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5"/>
            <p:cNvSpPr/>
            <p:nvPr/>
          </p:nvSpPr>
          <p:spPr>
            <a:xfrm>
              <a:off x="5534996" y="4785403"/>
              <a:ext cx="61307" cy="55799"/>
            </a:xfrm>
            <a:custGeom>
              <a:avLst/>
              <a:gdLst/>
              <a:ahLst/>
              <a:cxnLst/>
              <a:rect l="l" t="t" r="r" b="b"/>
              <a:pathLst>
                <a:path w="1024" h="932" extrusionOk="0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5"/>
            <p:cNvSpPr/>
            <p:nvPr/>
          </p:nvSpPr>
          <p:spPr>
            <a:xfrm>
              <a:off x="6163391" y="5055058"/>
              <a:ext cx="61367" cy="55739"/>
            </a:xfrm>
            <a:custGeom>
              <a:avLst/>
              <a:gdLst/>
              <a:ahLst/>
              <a:cxnLst/>
              <a:rect l="l" t="t" r="r" b="b"/>
              <a:pathLst>
                <a:path w="1025" h="931" extrusionOk="0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rgbClr val="162C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5"/>
            <p:cNvSpPr/>
            <p:nvPr/>
          </p:nvSpPr>
          <p:spPr>
            <a:xfrm>
              <a:off x="4671431" y="5173720"/>
              <a:ext cx="195056" cy="195056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4" name="Google Shape;834;p25"/>
          <p:cNvGrpSpPr/>
          <p:nvPr/>
        </p:nvGrpSpPr>
        <p:grpSpPr>
          <a:xfrm rot="5400000" flipH="1">
            <a:off x="599155" y="4204590"/>
            <a:ext cx="982798" cy="1873557"/>
            <a:chOff x="2394475" y="1270900"/>
            <a:chExt cx="341700" cy="651400"/>
          </a:xfrm>
        </p:grpSpPr>
        <p:sp>
          <p:nvSpPr>
            <p:cNvPr id="835" name="Google Shape;835;p25"/>
            <p:cNvSpPr/>
            <p:nvPr/>
          </p:nvSpPr>
          <p:spPr>
            <a:xfrm>
              <a:off x="2401625" y="127090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5"/>
            <p:cNvSpPr/>
            <p:nvPr/>
          </p:nvSpPr>
          <p:spPr>
            <a:xfrm>
              <a:off x="2499800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5"/>
            <p:cNvSpPr/>
            <p:nvPr/>
          </p:nvSpPr>
          <p:spPr>
            <a:xfrm>
              <a:off x="2597500" y="12709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5"/>
            <p:cNvSpPr/>
            <p:nvPr/>
          </p:nvSpPr>
          <p:spPr>
            <a:xfrm>
              <a:off x="2695675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5"/>
            <p:cNvSpPr/>
            <p:nvPr/>
          </p:nvSpPr>
          <p:spPr>
            <a:xfrm>
              <a:off x="2401625" y="135837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5"/>
            <p:cNvSpPr/>
            <p:nvPr/>
          </p:nvSpPr>
          <p:spPr>
            <a:xfrm>
              <a:off x="2499800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5"/>
            <p:cNvSpPr/>
            <p:nvPr/>
          </p:nvSpPr>
          <p:spPr>
            <a:xfrm>
              <a:off x="2597500" y="135837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5"/>
            <p:cNvSpPr/>
            <p:nvPr/>
          </p:nvSpPr>
          <p:spPr>
            <a:xfrm>
              <a:off x="2695675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5"/>
            <p:cNvSpPr/>
            <p:nvPr/>
          </p:nvSpPr>
          <p:spPr>
            <a:xfrm>
              <a:off x="2401625" y="144537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5"/>
            <p:cNvSpPr/>
            <p:nvPr/>
          </p:nvSpPr>
          <p:spPr>
            <a:xfrm>
              <a:off x="2499800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5"/>
            <p:cNvSpPr/>
            <p:nvPr/>
          </p:nvSpPr>
          <p:spPr>
            <a:xfrm>
              <a:off x="2597500" y="144537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5"/>
            <p:cNvSpPr/>
            <p:nvPr/>
          </p:nvSpPr>
          <p:spPr>
            <a:xfrm>
              <a:off x="2695675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5"/>
            <p:cNvSpPr/>
            <p:nvPr/>
          </p:nvSpPr>
          <p:spPr>
            <a:xfrm>
              <a:off x="2394475" y="153285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5"/>
            <p:cNvSpPr/>
            <p:nvPr/>
          </p:nvSpPr>
          <p:spPr>
            <a:xfrm>
              <a:off x="2492650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5"/>
            <p:cNvSpPr/>
            <p:nvPr/>
          </p:nvSpPr>
          <p:spPr>
            <a:xfrm>
              <a:off x="2590350" y="153285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5"/>
            <p:cNvSpPr/>
            <p:nvPr/>
          </p:nvSpPr>
          <p:spPr>
            <a:xfrm>
              <a:off x="2688525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5"/>
            <p:cNvSpPr/>
            <p:nvPr/>
          </p:nvSpPr>
          <p:spPr>
            <a:xfrm>
              <a:off x="2394475" y="161985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5"/>
            <p:cNvSpPr/>
            <p:nvPr/>
          </p:nvSpPr>
          <p:spPr>
            <a:xfrm>
              <a:off x="2492650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5"/>
            <p:cNvSpPr/>
            <p:nvPr/>
          </p:nvSpPr>
          <p:spPr>
            <a:xfrm>
              <a:off x="2590350" y="161985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5"/>
            <p:cNvSpPr/>
            <p:nvPr/>
          </p:nvSpPr>
          <p:spPr>
            <a:xfrm>
              <a:off x="2688525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5"/>
            <p:cNvSpPr/>
            <p:nvPr/>
          </p:nvSpPr>
          <p:spPr>
            <a:xfrm>
              <a:off x="2394475" y="170732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5"/>
            <p:cNvSpPr/>
            <p:nvPr/>
          </p:nvSpPr>
          <p:spPr>
            <a:xfrm>
              <a:off x="2492650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5"/>
            <p:cNvSpPr/>
            <p:nvPr/>
          </p:nvSpPr>
          <p:spPr>
            <a:xfrm>
              <a:off x="2590350" y="17073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5"/>
            <p:cNvSpPr/>
            <p:nvPr/>
          </p:nvSpPr>
          <p:spPr>
            <a:xfrm>
              <a:off x="2695675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5"/>
            <p:cNvSpPr/>
            <p:nvPr/>
          </p:nvSpPr>
          <p:spPr>
            <a:xfrm>
              <a:off x="2401625" y="179432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5"/>
            <p:cNvSpPr/>
            <p:nvPr/>
          </p:nvSpPr>
          <p:spPr>
            <a:xfrm>
              <a:off x="2499800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5"/>
            <p:cNvSpPr/>
            <p:nvPr/>
          </p:nvSpPr>
          <p:spPr>
            <a:xfrm>
              <a:off x="2597500" y="17943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5"/>
            <p:cNvSpPr/>
            <p:nvPr/>
          </p:nvSpPr>
          <p:spPr>
            <a:xfrm>
              <a:off x="2695675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5"/>
            <p:cNvSpPr/>
            <p:nvPr/>
          </p:nvSpPr>
          <p:spPr>
            <a:xfrm>
              <a:off x="2401625" y="188180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5"/>
            <p:cNvSpPr/>
            <p:nvPr/>
          </p:nvSpPr>
          <p:spPr>
            <a:xfrm>
              <a:off x="2499800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5"/>
            <p:cNvSpPr/>
            <p:nvPr/>
          </p:nvSpPr>
          <p:spPr>
            <a:xfrm>
              <a:off x="2597500" y="18818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5"/>
            <p:cNvSpPr/>
            <p:nvPr/>
          </p:nvSpPr>
          <p:spPr>
            <a:xfrm>
              <a:off x="2695675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7" name="Google Shape;867;p25"/>
          <p:cNvSpPr txBox="1">
            <a:spLocks noGrp="1"/>
          </p:cNvSpPr>
          <p:nvPr>
            <p:ph type="title"/>
          </p:nvPr>
        </p:nvSpPr>
        <p:spPr>
          <a:xfrm>
            <a:off x="963620" y="1132275"/>
            <a:ext cx="2914200" cy="15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68" name="Google Shape;868;p25"/>
          <p:cNvSpPr txBox="1">
            <a:spLocks noGrp="1"/>
          </p:cNvSpPr>
          <p:nvPr>
            <p:ph type="subTitle" idx="1"/>
          </p:nvPr>
        </p:nvSpPr>
        <p:spPr>
          <a:xfrm>
            <a:off x="963624" y="2695575"/>
            <a:ext cx="2475000" cy="13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"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p26"/>
          <p:cNvPicPr preferRelativeResize="0"/>
          <p:nvPr/>
        </p:nvPicPr>
        <p:blipFill rotWithShape="1">
          <a:blip r:embed="rId2">
            <a:alphaModFix/>
          </a:blip>
          <a:srcRect l="1774" t="4010" r="1765" b="2057"/>
          <a:stretch/>
        </p:blipFill>
        <p:spPr>
          <a:xfrm rot="2344859" flipH="1">
            <a:off x="-3638448" y="2104275"/>
            <a:ext cx="7296822" cy="441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26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-5617811" flipH="1">
            <a:off x="5703601" y="-541778"/>
            <a:ext cx="8011421" cy="4844649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26"/>
          <p:cNvSpPr/>
          <p:nvPr/>
        </p:nvSpPr>
        <p:spPr>
          <a:xfrm rot="10800000">
            <a:off x="1103444" y="4620526"/>
            <a:ext cx="253839" cy="253847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3" name="Google Shape;873;p26"/>
          <p:cNvGrpSpPr/>
          <p:nvPr/>
        </p:nvGrpSpPr>
        <p:grpSpPr>
          <a:xfrm rot="4993072">
            <a:off x="-236211" y="4179028"/>
            <a:ext cx="1136889" cy="1136847"/>
            <a:chOff x="2322975" y="4202575"/>
            <a:chExt cx="674675" cy="674650"/>
          </a:xfrm>
        </p:grpSpPr>
        <p:sp>
          <p:nvSpPr>
            <p:cNvPr id="874" name="Google Shape;874;p26"/>
            <p:cNvSpPr/>
            <p:nvPr/>
          </p:nvSpPr>
          <p:spPr>
            <a:xfrm>
              <a:off x="2322975" y="4202575"/>
              <a:ext cx="674675" cy="674650"/>
            </a:xfrm>
            <a:custGeom>
              <a:avLst/>
              <a:gdLst/>
              <a:ahLst/>
              <a:cxnLst/>
              <a:rect l="l" t="t" r="r" b="b"/>
              <a:pathLst>
                <a:path w="26987" h="26986" extrusionOk="0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6"/>
            <p:cNvSpPr/>
            <p:nvPr/>
          </p:nvSpPr>
          <p:spPr>
            <a:xfrm>
              <a:off x="2404400" y="4284000"/>
              <a:ext cx="512300" cy="512275"/>
            </a:xfrm>
            <a:custGeom>
              <a:avLst/>
              <a:gdLst/>
              <a:ahLst/>
              <a:cxnLst/>
              <a:rect l="l" t="t" r="r" b="b"/>
              <a:pathLst>
                <a:path w="20492" h="20491" extrusionOk="0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6" name="Google Shape;876;p26"/>
          <p:cNvGrpSpPr/>
          <p:nvPr/>
        </p:nvGrpSpPr>
        <p:grpSpPr>
          <a:xfrm rot="-716656" flipH="1">
            <a:off x="7939759" y="178595"/>
            <a:ext cx="982903" cy="1216824"/>
            <a:chOff x="3723300" y="6133000"/>
            <a:chExt cx="746775" cy="924500"/>
          </a:xfrm>
        </p:grpSpPr>
        <p:sp>
          <p:nvSpPr>
            <p:cNvPr id="877" name="Google Shape;877;p26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6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9" name="Google Shape;879;p26"/>
          <p:cNvSpPr/>
          <p:nvPr/>
        </p:nvSpPr>
        <p:spPr>
          <a:xfrm flipH="1">
            <a:off x="8586273" y="3362885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0" name="Google Shape;880;p26"/>
          <p:cNvGrpSpPr/>
          <p:nvPr/>
        </p:nvGrpSpPr>
        <p:grpSpPr>
          <a:xfrm flipH="1">
            <a:off x="8777911" y="3809965"/>
            <a:ext cx="260027" cy="239018"/>
            <a:chOff x="5339800" y="2698350"/>
            <a:chExt cx="103300" cy="94950"/>
          </a:xfrm>
        </p:grpSpPr>
        <p:sp>
          <p:nvSpPr>
            <p:cNvPr id="881" name="Google Shape;881;p26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6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3" name="Google Shape;883;p26"/>
          <p:cNvGrpSpPr/>
          <p:nvPr/>
        </p:nvGrpSpPr>
        <p:grpSpPr>
          <a:xfrm rot="10800000">
            <a:off x="5242451" y="4623615"/>
            <a:ext cx="2037970" cy="1046673"/>
            <a:chOff x="5875325" y="2234025"/>
            <a:chExt cx="651400" cy="334550"/>
          </a:xfrm>
        </p:grpSpPr>
        <p:sp>
          <p:nvSpPr>
            <p:cNvPr id="884" name="Google Shape;884;p26"/>
            <p:cNvSpPr/>
            <p:nvPr/>
          </p:nvSpPr>
          <p:spPr>
            <a:xfrm>
              <a:off x="587532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587532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587532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6"/>
            <p:cNvSpPr/>
            <p:nvPr/>
          </p:nvSpPr>
          <p:spPr>
            <a:xfrm>
              <a:off x="587532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6"/>
            <p:cNvSpPr/>
            <p:nvPr/>
          </p:nvSpPr>
          <p:spPr>
            <a:xfrm>
              <a:off x="596280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6"/>
            <p:cNvSpPr/>
            <p:nvPr/>
          </p:nvSpPr>
          <p:spPr>
            <a:xfrm>
              <a:off x="596280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6"/>
            <p:cNvSpPr/>
            <p:nvPr/>
          </p:nvSpPr>
          <p:spPr>
            <a:xfrm>
              <a:off x="596280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6"/>
            <p:cNvSpPr/>
            <p:nvPr/>
          </p:nvSpPr>
          <p:spPr>
            <a:xfrm>
              <a:off x="596280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6"/>
            <p:cNvSpPr/>
            <p:nvPr/>
          </p:nvSpPr>
          <p:spPr>
            <a:xfrm>
              <a:off x="604980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6"/>
            <p:cNvSpPr/>
            <p:nvPr/>
          </p:nvSpPr>
          <p:spPr>
            <a:xfrm>
              <a:off x="604980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6"/>
            <p:cNvSpPr/>
            <p:nvPr/>
          </p:nvSpPr>
          <p:spPr>
            <a:xfrm>
              <a:off x="604980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6"/>
            <p:cNvSpPr/>
            <p:nvPr/>
          </p:nvSpPr>
          <p:spPr>
            <a:xfrm>
              <a:off x="604980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6"/>
            <p:cNvSpPr/>
            <p:nvPr/>
          </p:nvSpPr>
          <p:spPr>
            <a:xfrm>
              <a:off x="613727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613727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6"/>
            <p:cNvSpPr/>
            <p:nvPr/>
          </p:nvSpPr>
          <p:spPr>
            <a:xfrm>
              <a:off x="613727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6"/>
            <p:cNvSpPr/>
            <p:nvPr/>
          </p:nvSpPr>
          <p:spPr>
            <a:xfrm>
              <a:off x="613727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6"/>
            <p:cNvSpPr/>
            <p:nvPr/>
          </p:nvSpPr>
          <p:spPr>
            <a:xfrm>
              <a:off x="622427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6"/>
            <p:cNvSpPr/>
            <p:nvPr/>
          </p:nvSpPr>
          <p:spPr>
            <a:xfrm>
              <a:off x="622427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6"/>
            <p:cNvSpPr/>
            <p:nvPr/>
          </p:nvSpPr>
          <p:spPr>
            <a:xfrm>
              <a:off x="622427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6"/>
            <p:cNvSpPr/>
            <p:nvPr/>
          </p:nvSpPr>
          <p:spPr>
            <a:xfrm>
              <a:off x="622427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6"/>
            <p:cNvSpPr/>
            <p:nvPr/>
          </p:nvSpPr>
          <p:spPr>
            <a:xfrm>
              <a:off x="631175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6"/>
            <p:cNvSpPr/>
            <p:nvPr/>
          </p:nvSpPr>
          <p:spPr>
            <a:xfrm>
              <a:off x="631175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6"/>
            <p:cNvSpPr/>
            <p:nvPr/>
          </p:nvSpPr>
          <p:spPr>
            <a:xfrm>
              <a:off x="631175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6"/>
            <p:cNvSpPr/>
            <p:nvPr/>
          </p:nvSpPr>
          <p:spPr>
            <a:xfrm>
              <a:off x="631175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6"/>
            <p:cNvSpPr/>
            <p:nvPr/>
          </p:nvSpPr>
          <p:spPr>
            <a:xfrm>
              <a:off x="639875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6"/>
            <p:cNvSpPr/>
            <p:nvPr/>
          </p:nvSpPr>
          <p:spPr>
            <a:xfrm>
              <a:off x="639875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6"/>
            <p:cNvSpPr/>
            <p:nvPr/>
          </p:nvSpPr>
          <p:spPr>
            <a:xfrm>
              <a:off x="639875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6"/>
            <p:cNvSpPr/>
            <p:nvPr/>
          </p:nvSpPr>
          <p:spPr>
            <a:xfrm>
              <a:off x="639875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6"/>
            <p:cNvSpPr/>
            <p:nvPr/>
          </p:nvSpPr>
          <p:spPr>
            <a:xfrm>
              <a:off x="648622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6"/>
            <p:cNvSpPr/>
            <p:nvPr/>
          </p:nvSpPr>
          <p:spPr>
            <a:xfrm>
              <a:off x="648622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6"/>
            <p:cNvSpPr/>
            <p:nvPr/>
          </p:nvSpPr>
          <p:spPr>
            <a:xfrm>
              <a:off x="648622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6"/>
            <p:cNvSpPr/>
            <p:nvPr/>
          </p:nvSpPr>
          <p:spPr>
            <a:xfrm>
              <a:off x="648622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26"/>
          <p:cNvSpPr txBox="1">
            <a:spLocks noGrp="1"/>
          </p:cNvSpPr>
          <p:nvPr>
            <p:ph type="title"/>
          </p:nvPr>
        </p:nvSpPr>
        <p:spPr>
          <a:xfrm>
            <a:off x="5166256" y="1313250"/>
            <a:ext cx="2874300" cy="11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7" name="Google Shape;917;p26"/>
          <p:cNvSpPr txBox="1">
            <a:spLocks noGrp="1"/>
          </p:cNvSpPr>
          <p:nvPr>
            <p:ph type="subTitle" idx="1"/>
          </p:nvPr>
        </p:nvSpPr>
        <p:spPr>
          <a:xfrm>
            <a:off x="5166251" y="2546750"/>
            <a:ext cx="2491800" cy="13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1"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9" name="Google Shape;919;p27"/>
          <p:cNvGrpSpPr/>
          <p:nvPr/>
        </p:nvGrpSpPr>
        <p:grpSpPr>
          <a:xfrm rot="5400000" flipH="1">
            <a:off x="7902359" y="3893329"/>
            <a:ext cx="982905" cy="1216827"/>
            <a:chOff x="3723300" y="6133000"/>
            <a:chExt cx="746775" cy="924500"/>
          </a:xfrm>
        </p:grpSpPr>
        <p:sp>
          <p:nvSpPr>
            <p:cNvPr id="920" name="Google Shape;920;p27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7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22" name="Google Shape;922;p27"/>
          <p:cNvPicPr preferRelativeResize="0"/>
          <p:nvPr/>
        </p:nvPicPr>
        <p:blipFill rotWithShape="1">
          <a:blip r:embed="rId2">
            <a:alphaModFix/>
          </a:blip>
          <a:srcRect l="1774" t="4010" r="1765" b="2057"/>
          <a:stretch/>
        </p:blipFill>
        <p:spPr>
          <a:xfrm rot="9834811" flipH="1">
            <a:off x="2917249" y="3176550"/>
            <a:ext cx="7296823" cy="4410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3" name="Google Shape;923;p27"/>
          <p:cNvGrpSpPr/>
          <p:nvPr/>
        </p:nvGrpSpPr>
        <p:grpSpPr>
          <a:xfrm rot="10800000">
            <a:off x="8271401" y="248127"/>
            <a:ext cx="2037970" cy="1046673"/>
            <a:chOff x="5875325" y="2234025"/>
            <a:chExt cx="651400" cy="334550"/>
          </a:xfrm>
        </p:grpSpPr>
        <p:sp>
          <p:nvSpPr>
            <p:cNvPr id="924" name="Google Shape;924;p27"/>
            <p:cNvSpPr/>
            <p:nvPr/>
          </p:nvSpPr>
          <p:spPr>
            <a:xfrm>
              <a:off x="587532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7"/>
            <p:cNvSpPr/>
            <p:nvPr/>
          </p:nvSpPr>
          <p:spPr>
            <a:xfrm>
              <a:off x="587532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7"/>
            <p:cNvSpPr/>
            <p:nvPr/>
          </p:nvSpPr>
          <p:spPr>
            <a:xfrm>
              <a:off x="587532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7"/>
            <p:cNvSpPr/>
            <p:nvPr/>
          </p:nvSpPr>
          <p:spPr>
            <a:xfrm>
              <a:off x="587532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7"/>
            <p:cNvSpPr/>
            <p:nvPr/>
          </p:nvSpPr>
          <p:spPr>
            <a:xfrm>
              <a:off x="596280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7"/>
            <p:cNvSpPr/>
            <p:nvPr/>
          </p:nvSpPr>
          <p:spPr>
            <a:xfrm>
              <a:off x="596280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7"/>
            <p:cNvSpPr/>
            <p:nvPr/>
          </p:nvSpPr>
          <p:spPr>
            <a:xfrm>
              <a:off x="596280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7"/>
            <p:cNvSpPr/>
            <p:nvPr/>
          </p:nvSpPr>
          <p:spPr>
            <a:xfrm>
              <a:off x="596280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7"/>
            <p:cNvSpPr/>
            <p:nvPr/>
          </p:nvSpPr>
          <p:spPr>
            <a:xfrm>
              <a:off x="604980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7"/>
            <p:cNvSpPr/>
            <p:nvPr/>
          </p:nvSpPr>
          <p:spPr>
            <a:xfrm>
              <a:off x="604980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7"/>
            <p:cNvSpPr/>
            <p:nvPr/>
          </p:nvSpPr>
          <p:spPr>
            <a:xfrm>
              <a:off x="604980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7"/>
            <p:cNvSpPr/>
            <p:nvPr/>
          </p:nvSpPr>
          <p:spPr>
            <a:xfrm>
              <a:off x="604980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7"/>
            <p:cNvSpPr/>
            <p:nvPr/>
          </p:nvSpPr>
          <p:spPr>
            <a:xfrm>
              <a:off x="613727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7"/>
            <p:cNvSpPr/>
            <p:nvPr/>
          </p:nvSpPr>
          <p:spPr>
            <a:xfrm>
              <a:off x="613727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7"/>
            <p:cNvSpPr/>
            <p:nvPr/>
          </p:nvSpPr>
          <p:spPr>
            <a:xfrm>
              <a:off x="613727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7"/>
            <p:cNvSpPr/>
            <p:nvPr/>
          </p:nvSpPr>
          <p:spPr>
            <a:xfrm>
              <a:off x="613727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7"/>
            <p:cNvSpPr/>
            <p:nvPr/>
          </p:nvSpPr>
          <p:spPr>
            <a:xfrm>
              <a:off x="622427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7"/>
            <p:cNvSpPr/>
            <p:nvPr/>
          </p:nvSpPr>
          <p:spPr>
            <a:xfrm>
              <a:off x="622427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7"/>
            <p:cNvSpPr/>
            <p:nvPr/>
          </p:nvSpPr>
          <p:spPr>
            <a:xfrm>
              <a:off x="622427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7"/>
            <p:cNvSpPr/>
            <p:nvPr/>
          </p:nvSpPr>
          <p:spPr>
            <a:xfrm>
              <a:off x="622427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7"/>
            <p:cNvSpPr/>
            <p:nvPr/>
          </p:nvSpPr>
          <p:spPr>
            <a:xfrm>
              <a:off x="631175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7"/>
            <p:cNvSpPr/>
            <p:nvPr/>
          </p:nvSpPr>
          <p:spPr>
            <a:xfrm>
              <a:off x="631175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7"/>
            <p:cNvSpPr/>
            <p:nvPr/>
          </p:nvSpPr>
          <p:spPr>
            <a:xfrm>
              <a:off x="631175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7"/>
            <p:cNvSpPr/>
            <p:nvPr/>
          </p:nvSpPr>
          <p:spPr>
            <a:xfrm>
              <a:off x="631175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7"/>
            <p:cNvSpPr/>
            <p:nvPr/>
          </p:nvSpPr>
          <p:spPr>
            <a:xfrm>
              <a:off x="639875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7"/>
            <p:cNvSpPr/>
            <p:nvPr/>
          </p:nvSpPr>
          <p:spPr>
            <a:xfrm>
              <a:off x="639875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7"/>
            <p:cNvSpPr/>
            <p:nvPr/>
          </p:nvSpPr>
          <p:spPr>
            <a:xfrm>
              <a:off x="639875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7"/>
            <p:cNvSpPr/>
            <p:nvPr/>
          </p:nvSpPr>
          <p:spPr>
            <a:xfrm>
              <a:off x="639875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7"/>
            <p:cNvSpPr/>
            <p:nvPr/>
          </p:nvSpPr>
          <p:spPr>
            <a:xfrm>
              <a:off x="648622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7"/>
            <p:cNvSpPr/>
            <p:nvPr/>
          </p:nvSpPr>
          <p:spPr>
            <a:xfrm>
              <a:off x="648622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7"/>
            <p:cNvSpPr/>
            <p:nvPr/>
          </p:nvSpPr>
          <p:spPr>
            <a:xfrm>
              <a:off x="648622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>
              <a:off x="648622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6" name="Google Shape;956;p27"/>
          <p:cNvSpPr txBox="1">
            <a:spLocks noGrp="1"/>
          </p:cNvSpPr>
          <p:nvPr>
            <p:ph type="title"/>
          </p:nvPr>
        </p:nvSpPr>
        <p:spPr>
          <a:xfrm>
            <a:off x="1459600" y="1829975"/>
            <a:ext cx="3550500" cy="14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57" name="Google Shape;957;p27"/>
          <p:cNvSpPr txBox="1">
            <a:spLocks noGrp="1"/>
          </p:cNvSpPr>
          <p:nvPr>
            <p:ph type="subTitle" idx="1"/>
          </p:nvPr>
        </p:nvSpPr>
        <p:spPr>
          <a:xfrm>
            <a:off x="1459600" y="3295650"/>
            <a:ext cx="35505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5"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8"/>
          <p:cNvSpPr/>
          <p:nvPr/>
        </p:nvSpPr>
        <p:spPr>
          <a:xfrm rot="10800000">
            <a:off x="8685548" y="4345413"/>
            <a:ext cx="192751" cy="192760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0" name="Google Shape;960;p28"/>
          <p:cNvGrpSpPr/>
          <p:nvPr/>
        </p:nvGrpSpPr>
        <p:grpSpPr>
          <a:xfrm rot="10800000">
            <a:off x="8432170" y="4718929"/>
            <a:ext cx="244459" cy="224709"/>
            <a:chOff x="5339800" y="2698350"/>
            <a:chExt cx="103300" cy="94950"/>
          </a:xfrm>
        </p:grpSpPr>
        <p:sp>
          <p:nvSpPr>
            <p:cNvPr id="961" name="Google Shape;961;p28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8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63" name="Google Shape;963;p28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8411725">
            <a:off x="4272786" y="3020650"/>
            <a:ext cx="8011424" cy="4844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4" name="Google Shape;964;p28"/>
          <p:cNvGrpSpPr/>
          <p:nvPr/>
        </p:nvGrpSpPr>
        <p:grpSpPr>
          <a:xfrm rot="2241343">
            <a:off x="8450336" y="-285296"/>
            <a:ext cx="982881" cy="1216797"/>
            <a:chOff x="3723300" y="6133000"/>
            <a:chExt cx="746775" cy="924500"/>
          </a:xfrm>
        </p:grpSpPr>
        <p:sp>
          <p:nvSpPr>
            <p:cNvPr id="965" name="Google Shape;965;p28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8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28"/>
          <p:cNvSpPr/>
          <p:nvPr/>
        </p:nvSpPr>
        <p:spPr>
          <a:xfrm>
            <a:off x="297970" y="4604567"/>
            <a:ext cx="253839" cy="253847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28"/>
          <p:cNvGrpSpPr/>
          <p:nvPr/>
        </p:nvGrpSpPr>
        <p:grpSpPr>
          <a:xfrm>
            <a:off x="-373043" y="-930685"/>
            <a:ext cx="982798" cy="1873557"/>
            <a:chOff x="2394475" y="1270900"/>
            <a:chExt cx="341700" cy="651400"/>
          </a:xfrm>
        </p:grpSpPr>
        <p:sp>
          <p:nvSpPr>
            <p:cNvPr id="969" name="Google Shape;969;p28"/>
            <p:cNvSpPr/>
            <p:nvPr/>
          </p:nvSpPr>
          <p:spPr>
            <a:xfrm>
              <a:off x="2401625" y="127090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8"/>
            <p:cNvSpPr/>
            <p:nvPr/>
          </p:nvSpPr>
          <p:spPr>
            <a:xfrm>
              <a:off x="2499800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8"/>
            <p:cNvSpPr/>
            <p:nvPr/>
          </p:nvSpPr>
          <p:spPr>
            <a:xfrm>
              <a:off x="2597500" y="12709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8"/>
            <p:cNvSpPr/>
            <p:nvPr/>
          </p:nvSpPr>
          <p:spPr>
            <a:xfrm>
              <a:off x="2695675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8"/>
            <p:cNvSpPr/>
            <p:nvPr/>
          </p:nvSpPr>
          <p:spPr>
            <a:xfrm>
              <a:off x="2401625" y="135837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8"/>
            <p:cNvSpPr/>
            <p:nvPr/>
          </p:nvSpPr>
          <p:spPr>
            <a:xfrm>
              <a:off x="2499800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8"/>
            <p:cNvSpPr/>
            <p:nvPr/>
          </p:nvSpPr>
          <p:spPr>
            <a:xfrm>
              <a:off x="2597500" y="135837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8"/>
            <p:cNvSpPr/>
            <p:nvPr/>
          </p:nvSpPr>
          <p:spPr>
            <a:xfrm>
              <a:off x="2695675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8"/>
            <p:cNvSpPr/>
            <p:nvPr/>
          </p:nvSpPr>
          <p:spPr>
            <a:xfrm>
              <a:off x="2401625" y="144537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8"/>
            <p:cNvSpPr/>
            <p:nvPr/>
          </p:nvSpPr>
          <p:spPr>
            <a:xfrm>
              <a:off x="2499800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8"/>
            <p:cNvSpPr/>
            <p:nvPr/>
          </p:nvSpPr>
          <p:spPr>
            <a:xfrm>
              <a:off x="2597500" y="144537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8"/>
            <p:cNvSpPr/>
            <p:nvPr/>
          </p:nvSpPr>
          <p:spPr>
            <a:xfrm>
              <a:off x="2695675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8"/>
            <p:cNvSpPr/>
            <p:nvPr/>
          </p:nvSpPr>
          <p:spPr>
            <a:xfrm>
              <a:off x="2394475" y="153285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8"/>
            <p:cNvSpPr/>
            <p:nvPr/>
          </p:nvSpPr>
          <p:spPr>
            <a:xfrm>
              <a:off x="2492650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8"/>
            <p:cNvSpPr/>
            <p:nvPr/>
          </p:nvSpPr>
          <p:spPr>
            <a:xfrm>
              <a:off x="2590350" y="153285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8"/>
            <p:cNvSpPr/>
            <p:nvPr/>
          </p:nvSpPr>
          <p:spPr>
            <a:xfrm>
              <a:off x="2688525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8"/>
            <p:cNvSpPr/>
            <p:nvPr/>
          </p:nvSpPr>
          <p:spPr>
            <a:xfrm>
              <a:off x="2394475" y="161985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8"/>
            <p:cNvSpPr/>
            <p:nvPr/>
          </p:nvSpPr>
          <p:spPr>
            <a:xfrm>
              <a:off x="2492650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8"/>
            <p:cNvSpPr/>
            <p:nvPr/>
          </p:nvSpPr>
          <p:spPr>
            <a:xfrm>
              <a:off x="2590350" y="161985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8"/>
            <p:cNvSpPr/>
            <p:nvPr/>
          </p:nvSpPr>
          <p:spPr>
            <a:xfrm>
              <a:off x="2688525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8"/>
            <p:cNvSpPr/>
            <p:nvPr/>
          </p:nvSpPr>
          <p:spPr>
            <a:xfrm>
              <a:off x="2394475" y="170732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8"/>
            <p:cNvSpPr/>
            <p:nvPr/>
          </p:nvSpPr>
          <p:spPr>
            <a:xfrm>
              <a:off x="2492650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8"/>
            <p:cNvSpPr/>
            <p:nvPr/>
          </p:nvSpPr>
          <p:spPr>
            <a:xfrm>
              <a:off x="2590350" y="17073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8"/>
            <p:cNvSpPr/>
            <p:nvPr/>
          </p:nvSpPr>
          <p:spPr>
            <a:xfrm>
              <a:off x="2695675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8"/>
            <p:cNvSpPr/>
            <p:nvPr/>
          </p:nvSpPr>
          <p:spPr>
            <a:xfrm>
              <a:off x="2401625" y="179432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8"/>
            <p:cNvSpPr/>
            <p:nvPr/>
          </p:nvSpPr>
          <p:spPr>
            <a:xfrm>
              <a:off x="2499800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8"/>
            <p:cNvSpPr/>
            <p:nvPr/>
          </p:nvSpPr>
          <p:spPr>
            <a:xfrm>
              <a:off x="2597500" y="17943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8"/>
            <p:cNvSpPr/>
            <p:nvPr/>
          </p:nvSpPr>
          <p:spPr>
            <a:xfrm>
              <a:off x="2695675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8"/>
            <p:cNvSpPr/>
            <p:nvPr/>
          </p:nvSpPr>
          <p:spPr>
            <a:xfrm>
              <a:off x="2401625" y="188180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>
              <a:off x="2499800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2597500" y="18818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8"/>
            <p:cNvSpPr/>
            <p:nvPr/>
          </p:nvSpPr>
          <p:spPr>
            <a:xfrm>
              <a:off x="2695675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1" name="Google Shape;1001;p28"/>
          <p:cNvSpPr txBox="1">
            <a:spLocks noGrp="1"/>
          </p:cNvSpPr>
          <p:nvPr>
            <p:ph type="body" idx="1"/>
          </p:nvPr>
        </p:nvSpPr>
        <p:spPr>
          <a:xfrm>
            <a:off x="713100" y="2790825"/>
            <a:ext cx="7717800" cy="181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AutoNum type="arabicPeriod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002" name="Google Shape;1002;p28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18"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9"/>
          <p:cNvSpPr txBox="1">
            <a:spLocks noGrp="1"/>
          </p:cNvSpPr>
          <p:nvPr>
            <p:ph type="body" idx="1"/>
          </p:nvPr>
        </p:nvSpPr>
        <p:spPr>
          <a:xfrm flipH="1">
            <a:off x="3934950" y="1608755"/>
            <a:ext cx="4476900" cy="26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AFA0"/>
              </a:buClr>
              <a:buSzPts val="1400"/>
              <a:buChar char="●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05" name="Google Shape;1005;p29"/>
          <p:cNvSpPr txBox="1">
            <a:spLocks noGrp="1"/>
          </p:cNvSpPr>
          <p:nvPr>
            <p:ph type="subTitle" idx="2"/>
          </p:nvPr>
        </p:nvSpPr>
        <p:spPr>
          <a:xfrm>
            <a:off x="1043100" y="2494655"/>
            <a:ext cx="25893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rona One"/>
              <a:buNone/>
              <a:defRPr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endParaRPr/>
          </a:p>
        </p:txBody>
      </p:sp>
      <p:sp>
        <p:nvSpPr>
          <p:cNvPr id="1006" name="Google Shape;1006;p29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07" name="Google Shape;1007;p29"/>
          <p:cNvSpPr/>
          <p:nvPr/>
        </p:nvSpPr>
        <p:spPr>
          <a:xfrm rot="10800000" flipH="1">
            <a:off x="8523410" y="4305463"/>
            <a:ext cx="192751" cy="192760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8" name="Google Shape;1008;p29"/>
          <p:cNvGrpSpPr/>
          <p:nvPr/>
        </p:nvGrpSpPr>
        <p:grpSpPr>
          <a:xfrm rot="10800000" flipH="1">
            <a:off x="8725080" y="4678979"/>
            <a:ext cx="244459" cy="224709"/>
            <a:chOff x="5339800" y="2698350"/>
            <a:chExt cx="103300" cy="94950"/>
          </a:xfrm>
        </p:grpSpPr>
        <p:sp>
          <p:nvSpPr>
            <p:cNvPr id="1009" name="Google Shape;1009;p29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9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1" name="Google Shape;1011;p29"/>
          <p:cNvGrpSpPr/>
          <p:nvPr/>
        </p:nvGrpSpPr>
        <p:grpSpPr>
          <a:xfrm flipH="1">
            <a:off x="8355917" y="-813635"/>
            <a:ext cx="982798" cy="1873557"/>
            <a:chOff x="2394475" y="1270900"/>
            <a:chExt cx="341700" cy="651400"/>
          </a:xfrm>
        </p:grpSpPr>
        <p:sp>
          <p:nvSpPr>
            <p:cNvPr id="1012" name="Google Shape;1012;p29"/>
            <p:cNvSpPr/>
            <p:nvPr/>
          </p:nvSpPr>
          <p:spPr>
            <a:xfrm>
              <a:off x="2401625" y="127090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9"/>
            <p:cNvSpPr/>
            <p:nvPr/>
          </p:nvSpPr>
          <p:spPr>
            <a:xfrm>
              <a:off x="2499800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9"/>
            <p:cNvSpPr/>
            <p:nvPr/>
          </p:nvSpPr>
          <p:spPr>
            <a:xfrm>
              <a:off x="2597500" y="12709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9"/>
            <p:cNvSpPr/>
            <p:nvPr/>
          </p:nvSpPr>
          <p:spPr>
            <a:xfrm>
              <a:off x="2695675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9"/>
            <p:cNvSpPr/>
            <p:nvPr/>
          </p:nvSpPr>
          <p:spPr>
            <a:xfrm>
              <a:off x="2401625" y="135837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9"/>
            <p:cNvSpPr/>
            <p:nvPr/>
          </p:nvSpPr>
          <p:spPr>
            <a:xfrm>
              <a:off x="2499800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9"/>
            <p:cNvSpPr/>
            <p:nvPr/>
          </p:nvSpPr>
          <p:spPr>
            <a:xfrm>
              <a:off x="2597500" y="135837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9"/>
            <p:cNvSpPr/>
            <p:nvPr/>
          </p:nvSpPr>
          <p:spPr>
            <a:xfrm>
              <a:off x="2695675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9"/>
            <p:cNvSpPr/>
            <p:nvPr/>
          </p:nvSpPr>
          <p:spPr>
            <a:xfrm>
              <a:off x="2401625" y="144537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9"/>
            <p:cNvSpPr/>
            <p:nvPr/>
          </p:nvSpPr>
          <p:spPr>
            <a:xfrm>
              <a:off x="2499800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9"/>
            <p:cNvSpPr/>
            <p:nvPr/>
          </p:nvSpPr>
          <p:spPr>
            <a:xfrm>
              <a:off x="2597500" y="144537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9"/>
            <p:cNvSpPr/>
            <p:nvPr/>
          </p:nvSpPr>
          <p:spPr>
            <a:xfrm>
              <a:off x="2695675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9"/>
            <p:cNvSpPr/>
            <p:nvPr/>
          </p:nvSpPr>
          <p:spPr>
            <a:xfrm>
              <a:off x="2394475" y="153285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9"/>
            <p:cNvSpPr/>
            <p:nvPr/>
          </p:nvSpPr>
          <p:spPr>
            <a:xfrm>
              <a:off x="2492650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9"/>
            <p:cNvSpPr/>
            <p:nvPr/>
          </p:nvSpPr>
          <p:spPr>
            <a:xfrm>
              <a:off x="2590350" y="153285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9"/>
            <p:cNvSpPr/>
            <p:nvPr/>
          </p:nvSpPr>
          <p:spPr>
            <a:xfrm>
              <a:off x="2688525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9"/>
            <p:cNvSpPr/>
            <p:nvPr/>
          </p:nvSpPr>
          <p:spPr>
            <a:xfrm>
              <a:off x="2394475" y="161985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9"/>
            <p:cNvSpPr/>
            <p:nvPr/>
          </p:nvSpPr>
          <p:spPr>
            <a:xfrm>
              <a:off x="2492650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9"/>
            <p:cNvSpPr/>
            <p:nvPr/>
          </p:nvSpPr>
          <p:spPr>
            <a:xfrm>
              <a:off x="2590350" y="161985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9"/>
            <p:cNvSpPr/>
            <p:nvPr/>
          </p:nvSpPr>
          <p:spPr>
            <a:xfrm>
              <a:off x="2688525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9"/>
            <p:cNvSpPr/>
            <p:nvPr/>
          </p:nvSpPr>
          <p:spPr>
            <a:xfrm>
              <a:off x="2394475" y="170732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9"/>
            <p:cNvSpPr/>
            <p:nvPr/>
          </p:nvSpPr>
          <p:spPr>
            <a:xfrm>
              <a:off x="2492650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9"/>
            <p:cNvSpPr/>
            <p:nvPr/>
          </p:nvSpPr>
          <p:spPr>
            <a:xfrm>
              <a:off x="2590350" y="17073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9"/>
            <p:cNvSpPr/>
            <p:nvPr/>
          </p:nvSpPr>
          <p:spPr>
            <a:xfrm>
              <a:off x="2695675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9"/>
            <p:cNvSpPr/>
            <p:nvPr/>
          </p:nvSpPr>
          <p:spPr>
            <a:xfrm>
              <a:off x="2401625" y="179432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9"/>
            <p:cNvSpPr/>
            <p:nvPr/>
          </p:nvSpPr>
          <p:spPr>
            <a:xfrm>
              <a:off x="2499800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9"/>
            <p:cNvSpPr/>
            <p:nvPr/>
          </p:nvSpPr>
          <p:spPr>
            <a:xfrm>
              <a:off x="2597500" y="17943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9"/>
            <p:cNvSpPr/>
            <p:nvPr/>
          </p:nvSpPr>
          <p:spPr>
            <a:xfrm>
              <a:off x="2695675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9"/>
            <p:cNvSpPr/>
            <p:nvPr/>
          </p:nvSpPr>
          <p:spPr>
            <a:xfrm>
              <a:off x="2401625" y="188180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9"/>
            <p:cNvSpPr/>
            <p:nvPr/>
          </p:nvSpPr>
          <p:spPr>
            <a:xfrm>
              <a:off x="2499800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9"/>
            <p:cNvSpPr/>
            <p:nvPr/>
          </p:nvSpPr>
          <p:spPr>
            <a:xfrm>
              <a:off x="2597500" y="18818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9"/>
            <p:cNvSpPr/>
            <p:nvPr/>
          </p:nvSpPr>
          <p:spPr>
            <a:xfrm>
              <a:off x="2695675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30"/>
          <p:cNvSpPr/>
          <p:nvPr/>
        </p:nvSpPr>
        <p:spPr>
          <a:xfrm>
            <a:off x="8430900" y="684810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6" name="Google Shape;1046;p30"/>
          <p:cNvGrpSpPr/>
          <p:nvPr/>
        </p:nvGrpSpPr>
        <p:grpSpPr>
          <a:xfrm>
            <a:off x="8706134" y="316027"/>
            <a:ext cx="260027" cy="239018"/>
            <a:chOff x="5339800" y="2698350"/>
            <a:chExt cx="103300" cy="94950"/>
          </a:xfrm>
        </p:grpSpPr>
        <p:sp>
          <p:nvSpPr>
            <p:cNvPr id="1047" name="Google Shape;1047;p30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0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49" name="Google Shape;1049;p30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>
            <a:off x="7259525" y="-1533925"/>
            <a:ext cx="8011423" cy="4844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30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7205907">
            <a:off x="-5923077" y="-522126"/>
            <a:ext cx="8011426" cy="48446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1" name="Google Shape;1051;p30"/>
          <p:cNvGrpSpPr/>
          <p:nvPr/>
        </p:nvGrpSpPr>
        <p:grpSpPr>
          <a:xfrm rot="-370537">
            <a:off x="-74425" y="127498"/>
            <a:ext cx="867034" cy="1073379"/>
            <a:chOff x="3723300" y="6133000"/>
            <a:chExt cx="746775" cy="924500"/>
          </a:xfrm>
        </p:grpSpPr>
        <p:sp>
          <p:nvSpPr>
            <p:cNvPr id="1052" name="Google Shape;1052;p30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0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4" name="Google Shape;1054;p30"/>
          <p:cNvSpPr/>
          <p:nvPr/>
        </p:nvSpPr>
        <p:spPr>
          <a:xfrm rot="10800000">
            <a:off x="373523" y="4223400"/>
            <a:ext cx="192751" cy="192760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5" name="Google Shape;1055;p30"/>
          <p:cNvGrpSpPr/>
          <p:nvPr/>
        </p:nvGrpSpPr>
        <p:grpSpPr>
          <a:xfrm rot="10800000">
            <a:off x="120145" y="4596916"/>
            <a:ext cx="244459" cy="224709"/>
            <a:chOff x="5339800" y="2698350"/>
            <a:chExt cx="103300" cy="94950"/>
          </a:xfrm>
        </p:grpSpPr>
        <p:sp>
          <p:nvSpPr>
            <p:cNvPr id="1056" name="Google Shape;1056;p30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0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8" name="Google Shape;1058;p30"/>
          <p:cNvGrpSpPr/>
          <p:nvPr/>
        </p:nvGrpSpPr>
        <p:grpSpPr>
          <a:xfrm>
            <a:off x="8430894" y="3999184"/>
            <a:ext cx="2037970" cy="1046673"/>
            <a:chOff x="5875325" y="2234025"/>
            <a:chExt cx="651400" cy="334550"/>
          </a:xfrm>
        </p:grpSpPr>
        <p:sp>
          <p:nvSpPr>
            <p:cNvPr id="1059" name="Google Shape;1059;p30"/>
            <p:cNvSpPr/>
            <p:nvPr/>
          </p:nvSpPr>
          <p:spPr>
            <a:xfrm>
              <a:off x="587532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0"/>
            <p:cNvSpPr/>
            <p:nvPr/>
          </p:nvSpPr>
          <p:spPr>
            <a:xfrm>
              <a:off x="587532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0"/>
            <p:cNvSpPr/>
            <p:nvPr/>
          </p:nvSpPr>
          <p:spPr>
            <a:xfrm>
              <a:off x="587532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0"/>
            <p:cNvSpPr/>
            <p:nvPr/>
          </p:nvSpPr>
          <p:spPr>
            <a:xfrm>
              <a:off x="587532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0"/>
            <p:cNvSpPr/>
            <p:nvPr/>
          </p:nvSpPr>
          <p:spPr>
            <a:xfrm>
              <a:off x="596280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0"/>
            <p:cNvSpPr/>
            <p:nvPr/>
          </p:nvSpPr>
          <p:spPr>
            <a:xfrm>
              <a:off x="596280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0"/>
            <p:cNvSpPr/>
            <p:nvPr/>
          </p:nvSpPr>
          <p:spPr>
            <a:xfrm>
              <a:off x="596280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0"/>
            <p:cNvSpPr/>
            <p:nvPr/>
          </p:nvSpPr>
          <p:spPr>
            <a:xfrm>
              <a:off x="596280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0"/>
            <p:cNvSpPr/>
            <p:nvPr/>
          </p:nvSpPr>
          <p:spPr>
            <a:xfrm>
              <a:off x="604980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0"/>
            <p:cNvSpPr/>
            <p:nvPr/>
          </p:nvSpPr>
          <p:spPr>
            <a:xfrm>
              <a:off x="604980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0"/>
            <p:cNvSpPr/>
            <p:nvPr/>
          </p:nvSpPr>
          <p:spPr>
            <a:xfrm>
              <a:off x="604980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0"/>
            <p:cNvSpPr/>
            <p:nvPr/>
          </p:nvSpPr>
          <p:spPr>
            <a:xfrm>
              <a:off x="604980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0"/>
            <p:cNvSpPr/>
            <p:nvPr/>
          </p:nvSpPr>
          <p:spPr>
            <a:xfrm>
              <a:off x="613727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0"/>
            <p:cNvSpPr/>
            <p:nvPr/>
          </p:nvSpPr>
          <p:spPr>
            <a:xfrm>
              <a:off x="613727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0"/>
            <p:cNvSpPr/>
            <p:nvPr/>
          </p:nvSpPr>
          <p:spPr>
            <a:xfrm>
              <a:off x="613727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0"/>
            <p:cNvSpPr/>
            <p:nvPr/>
          </p:nvSpPr>
          <p:spPr>
            <a:xfrm>
              <a:off x="613727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0"/>
            <p:cNvSpPr/>
            <p:nvPr/>
          </p:nvSpPr>
          <p:spPr>
            <a:xfrm>
              <a:off x="622427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0"/>
            <p:cNvSpPr/>
            <p:nvPr/>
          </p:nvSpPr>
          <p:spPr>
            <a:xfrm>
              <a:off x="622427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0"/>
            <p:cNvSpPr/>
            <p:nvPr/>
          </p:nvSpPr>
          <p:spPr>
            <a:xfrm>
              <a:off x="622427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0"/>
            <p:cNvSpPr/>
            <p:nvPr/>
          </p:nvSpPr>
          <p:spPr>
            <a:xfrm>
              <a:off x="622427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0"/>
            <p:cNvSpPr/>
            <p:nvPr/>
          </p:nvSpPr>
          <p:spPr>
            <a:xfrm>
              <a:off x="631175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0"/>
            <p:cNvSpPr/>
            <p:nvPr/>
          </p:nvSpPr>
          <p:spPr>
            <a:xfrm>
              <a:off x="631175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0"/>
            <p:cNvSpPr/>
            <p:nvPr/>
          </p:nvSpPr>
          <p:spPr>
            <a:xfrm>
              <a:off x="631175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0"/>
            <p:cNvSpPr/>
            <p:nvPr/>
          </p:nvSpPr>
          <p:spPr>
            <a:xfrm>
              <a:off x="631175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0"/>
            <p:cNvSpPr/>
            <p:nvPr/>
          </p:nvSpPr>
          <p:spPr>
            <a:xfrm>
              <a:off x="639875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0"/>
            <p:cNvSpPr/>
            <p:nvPr/>
          </p:nvSpPr>
          <p:spPr>
            <a:xfrm>
              <a:off x="639875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0"/>
            <p:cNvSpPr/>
            <p:nvPr/>
          </p:nvSpPr>
          <p:spPr>
            <a:xfrm>
              <a:off x="639875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0"/>
            <p:cNvSpPr/>
            <p:nvPr/>
          </p:nvSpPr>
          <p:spPr>
            <a:xfrm>
              <a:off x="639875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0"/>
            <p:cNvSpPr/>
            <p:nvPr/>
          </p:nvSpPr>
          <p:spPr>
            <a:xfrm>
              <a:off x="648622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0"/>
            <p:cNvSpPr/>
            <p:nvPr/>
          </p:nvSpPr>
          <p:spPr>
            <a:xfrm>
              <a:off x="648622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0"/>
            <p:cNvSpPr/>
            <p:nvPr/>
          </p:nvSpPr>
          <p:spPr>
            <a:xfrm>
              <a:off x="648622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0"/>
            <p:cNvSpPr/>
            <p:nvPr/>
          </p:nvSpPr>
          <p:spPr>
            <a:xfrm>
              <a:off x="648622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1" name="Google Shape;1091;p30"/>
          <p:cNvSpPr txBox="1">
            <a:spLocks noGrp="1"/>
          </p:cNvSpPr>
          <p:nvPr>
            <p:ph type="title"/>
          </p:nvPr>
        </p:nvSpPr>
        <p:spPr>
          <a:xfrm>
            <a:off x="937700" y="217595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92" name="Google Shape;1092;p30"/>
          <p:cNvSpPr txBox="1">
            <a:spLocks noGrp="1"/>
          </p:cNvSpPr>
          <p:nvPr>
            <p:ph type="subTitle" idx="1"/>
          </p:nvPr>
        </p:nvSpPr>
        <p:spPr>
          <a:xfrm>
            <a:off x="937700" y="2895600"/>
            <a:ext cx="2175300" cy="16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3" name="Google Shape;1093;p30"/>
          <p:cNvSpPr txBox="1">
            <a:spLocks noGrp="1"/>
          </p:cNvSpPr>
          <p:nvPr>
            <p:ph type="title" idx="2"/>
          </p:nvPr>
        </p:nvSpPr>
        <p:spPr>
          <a:xfrm>
            <a:off x="3484419" y="217595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94" name="Google Shape;1094;p30"/>
          <p:cNvSpPr txBox="1">
            <a:spLocks noGrp="1"/>
          </p:cNvSpPr>
          <p:nvPr>
            <p:ph type="subTitle" idx="3"/>
          </p:nvPr>
        </p:nvSpPr>
        <p:spPr>
          <a:xfrm>
            <a:off x="3484422" y="2895600"/>
            <a:ext cx="2175300" cy="16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5" name="Google Shape;1095;p30"/>
          <p:cNvSpPr txBox="1">
            <a:spLocks noGrp="1"/>
          </p:cNvSpPr>
          <p:nvPr>
            <p:ph type="title" idx="4"/>
          </p:nvPr>
        </p:nvSpPr>
        <p:spPr>
          <a:xfrm>
            <a:off x="6031148" y="217595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96" name="Google Shape;1096;p30"/>
          <p:cNvSpPr txBox="1">
            <a:spLocks noGrp="1"/>
          </p:cNvSpPr>
          <p:nvPr>
            <p:ph type="subTitle" idx="5"/>
          </p:nvPr>
        </p:nvSpPr>
        <p:spPr>
          <a:xfrm>
            <a:off x="6031148" y="2895600"/>
            <a:ext cx="2175300" cy="16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7" name="Google Shape;1097;p30"/>
          <p:cNvSpPr txBox="1">
            <a:spLocks noGrp="1"/>
          </p:cNvSpPr>
          <p:nvPr>
            <p:ph type="title" idx="6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2"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31"/>
          <p:cNvSpPr/>
          <p:nvPr/>
        </p:nvSpPr>
        <p:spPr>
          <a:xfrm rot="10800000">
            <a:off x="937694" y="4666626"/>
            <a:ext cx="253839" cy="253847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0" name="Google Shape;1100;p31"/>
          <p:cNvGrpSpPr/>
          <p:nvPr/>
        </p:nvGrpSpPr>
        <p:grpSpPr>
          <a:xfrm rot="4993072">
            <a:off x="-486786" y="4331428"/>
            <a:ext cx="1136889" cy="1136847"/>
            <a:chOff x="2322975" y="4202575"/>
            <a:chExt cx="674675" cy="674650"/>
          </a:xfrm>
        </p:grpSpPr>
        <p:sp>
          <p:nvSpPr>
            <p:cNvPr id="1101" name="Google Shape;1101;p31"/>
            <p:cNvSpPr/>
            <p:nvPr/>
          </p:nvSpPr>
          <p:spPr>
            <a:xfrm>
              <a:off x="2322975" y="4202575"/>
              <a:ext cx="674675" cy="674650"/>
            </a:xfrm>
            <a:custGeom>
              <a:avLst/>
              <a:gdLst/>
              <a:ahLst/>
              <a:cxnLst/>
              <a:rect l="l" t="t" r="r" b="b"/>
              <a:pathLst>
                <a:path w="26987" h="26986" extrusionOk="0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1"/>
            <p:cNvSpPr/>
            <p:nvPr/>
          </p:nvSpPr>
          <p:spPr>
            <a:xfrm>
              <a:off x="2404400" y="4284000"/>
              <a:ext cx="512300" cy="512275"/>
            </a:xfrm>
            <a:custGeom>
              <a:avLst/>
              <a:gdLst/>
              <a:ahLst/>
              <a:cxnLst/>
              <a:rect l="l" t="t" r="r" b="b"/>
              <a:pathLst>
                <a:path w="20492" h="20491" extrusionOk="0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03" name="Google Shape;1103;p31"/>
          <p:cNvPicPr preferRelativeResize="0"/>
          <p:nvPr/>
        </p:nvPicPr>
        <p:blipFill rotWithShape="1">
          <a:blip r:embed="rId2">
            <a:alphaModFix/>
          </a:blip>
          <a:srcRect l="1774" t="4010" r="1765" b="2057"/>
          <a:stretch/>
        </p:blipFill>
        <p:spPr>
          <a:xfrm rot="-6605974">
            <a:off x="-4142996" y="1336913"/>
            <a:ext cx="7296823" cy="441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31"/>
          <p:cNvPicPr preferRelativeResize="0"/>
          <p:nvPr/>
        </p:nvPicPr>
        <p:blipFill rotWithShape="1">
          <a:blip r:embed="rId2">
            <a:alphaModFix/>
          </a:blip>
          <a:srcRect l="1774" t="4010" r="1765" b="2057"/>
          <a:stretch/>
        </p:blipFill>
        <p:spPr>
          <a:xfrm rot="-6846792">
            <a:off x="6201156" y="-491884"/>
            <a:ext cx="7296821" cy="4410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5" name="Google Shape;1105;p31"/>
          <p:cNvGrpSpPr/>
          <p:nvPr/>
        </p:nvGrpSpPr>
        <p:grpSpPr>
          <a:xfrm rot="3260999" flipH="1">
            <a:off x="8274742" y="-393098"/>
            <a:ext cx="982874" cy="1216788"/>
            <a:chOff x="3723300" y="6133000"/>
            <a:chExt cx="746775" cy="924500"/>
          </a:xfrm>
        </p:grpSpPr>
        <p:sp>
          <p:nvSpPr>
            <p:cNvPr id="1106" name="Google Shape;1106;p31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1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8" name="Google Shape;1108;p31"/>
          <p:cNvSpPr/>
          <p:nvPr/>
        </p:nvSpPr>
        <p:spPr>
          <a:xfrm flipH="1">
            <a:off x="8586273" y="3362885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9" name="Google Shape;1109;p31"/>
          <p:cNvGrpSpPr/>
          <p:nvPr/>
        </p:nvGrpSpPr>
        <p:grpSpPr>
          <a:xfrm flipH="1">
            <a:off x="8777911" y="3809965"/>
            <a:ext cx="260027" cy="239018"/>
            <a:chOff x="5339800" y="2698350"/>
            <a:chExt cx="103300" cy="94950"/>
          </a:xfrm>
        </p:grpSpPr>
        <p:sp>
          <p:nvSpPr>
            <p:cNvPr id="1110" name="Google Shape;1110;p31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1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2" name="Google Shape;1112;p31"/>
          <p:cNvSpPr txBox="1">
            <a:spLocks noGrp="1"/>
          </p:cNvSpPr>
          <p:nvPr>
            <p:ph type="title"/>
          </p:nvPr>
        </p:nvSpPr>
        <p:spPr>
          <a:xfrm>
            <a:off x="937700" y="1537775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13" name="Google Shape;1113;p31"/>
          <p:cNvSpPr txBox="1">
            <a:spLocks noGrp="1"/>
          </p:cNvSpPr>
          <p:nvPr>
            <p:ph type="subTitle" idx="1"/>
          </p:nvPr>
        </p:nvSpPr>
        <p:spPr>
          <a:xfrm>
            <a:off x="937700" y="4019350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4" name="Google Shape;1114;p31"/>
          <p:cNvSpPr txBox="1">
            <a:spLocks noGrp="1"/>
          </p:cNvSpPr>
          <p:nvPr>
            <p:ph type="title" idx="2"/>
          </p:nvPr>
        </p:nvSpPr>
        <p:spPr>
          <a:xfrm>
            <a:off x="3484420" y="1537775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15" name="Google Shape;1115;p31"/>
          <p:cNvSpPr txBox="1">
            <a:spLocks noGrp="1"/>
          </p:cNvSpPr>
          <p:nvPr>
            <p:ph type="subTitle" idx="3"/>
          </p:nvPr>
        </p:nvSpPr>
        <p:spPr>
          <a:xfrm>
            <a:off x="3484421" y="4019350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31"/>
          <p:cNvSpPr txBox="1">
            <a:spLocks noGrp="1"/>
          </p:cNvSpPr>
          <p:nvPr>
            <p:ph type="title" idx="4"/>
          </p:nvPr>
        </p:nvSpPr>
        <p:spPr>
          <a:xfrm>
            <a:off x="6031147" y="1537775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17" name="Google Shape;1117;p31"/>
          <p:cNvSpPr txBox="1">
            <a:spLocks noGrp="1"/>
          </p:cNvSpPr>
          <p:nvPr>
            <p:ph type="subTitle" idx="5"/>
          </p:nvPr>
        </p:nvSpPr>
        <p:spPr>
          <a:xfrm>
            <a:off x="6031149" y="4019350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8" name="Google Shape;1118;p31"/>
          <p:cNvSpPr txBox="1">
            <a:spLocks noGrp="1"/>
          </p:cNvSpPr>
          <p:nvPr>
            <p:ph type="title" idx="6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Google Shape;1120;p32"/>
          <p:cNvPicPr preferRelativeResize="0"/>
          <p:nvPr/>
        </p:nvPicPr>
        <p:blipFill rotWithShape="1">
          <a:blip r:embed="rId2">
            <a:alphaModFix/>
          </a:blip>
          <a:srcRect l="1774" t="4010" r="1765" b="2057"/>
          <a:stretch/>
        </p:blipFill>
        <p:spPr>
          <a:xfrm rot="-3696705">
            <a:off x="-3561427" y="-1665526"/>
            <a:ext cx="7296825" cy="4410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32"/>
          <p:cNvPicPr preferRelativeResize="0"/>
          <p:nvPr/>
        </p:nvPicPr>
        <p:blipFill rotWithShape="1">
          <a:blip r:embed="rId2">
            <a:alphaModFix/>
          </a:blip>
          <a:srcRect l="1774" t="4010" r="1765" b="2057"/>
          <a:stretch/>
        </p:blipFill>
        <p:spPr>
          <a:xfrm rot="7699767">
            <a:off x="5153669" y="2851749"/>
            <a:ext cx="7296827" cy="4410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2" name="Google Shape;1122;p32"/>
          <p:cNvGrpSpPr/>
          <p:nvPr/>
        </p:nvGrpSpPr>
        <p:grpSpPr>
          <a:xfrm rot="-3133320">
            <a:off x="-142741" y="-213269"/>
            <a:ext cx="982894" cy="1216813"/>
            <a:chOff x="3723300" y="6133000"/>
            <a:chExt cx="746775" cy="924500"/>
          </a:xfrm>
        </p:grpSpPr>
        <p:sp>
          <p:nvSpPr>
            <p:cNvPr id="1123" name="Google Shape;1123;p32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2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5" name="Google Shape;1125;p32"/>
          <p:cNvSpPr/>
          <p:nvPr/>
        </p:nvSpPr>
        <p:spPr>
          <a:xfrm>
            <a:off x="8505650" y="4669047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6" name="Google Shape;1126;p32"/>
          <p:cNvGrpSpPr/>
          <p:nvPr/>
        </p:nvGrpSpPr>
        <p:grpSpPr>
          <a:xfrm>
            <a:off x="8809709" y="4300265"/>
            <a:ext cx="260027" cy="239018"/>
            <a:chOff x="5339800" y="2698350"/>
            <a:chExt cx="103300" cy="94950"/>
          </a:xfrm>
        </p:grpSpPr>
        <p:sp>
          <p:nvSpPr>
            <p:cNvPr id="1127" name="Google Shape;1127;p32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2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9" name="Google Shape;1129;p32"/>
          <p:cNvSpPr txBox="1">
            <a:spLocks noGrp="1"/>
          </p:cNvSpPr>
          <p:nvPr>
            <p:ph type="title"/>
          </p:nvPr>
        </p:nvSpPr>
        <p:spPr>
          <a:xfrm>
            <a:off x="1088044" y="2105913"/>
            <a:ext cx="1489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30" name="Google Shape;1130;p32"/>
          <p:cNvSpPr txBox="1">
            <a:spLocks noGrp="1"/>
          </p:cNvSpPr>
          <p:nvPr>
            <p:ph type="subTitle" idx="1"/>
          </p:nvPr>
        </p:nvSpPr>
        <p:spPr>
          <a:xfrm>
            <a:off x="3026963" y="1757613"/>
            <a:ext cx="1155000" cy="12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1" name="Google Shape;1131;p32"/>
          <p:cNvSpPr txBox="1">
            <a:spLocks noGrp="1"/>
          </p:cNvSpPr>
          <p:nvPr>
            <p:ph type="title" idx="2"/>
          </p:nvPr>
        </p:nvSpPr>
        <p:spPr>
          <a:xfrm>
            <a:off x="6566156" y="2104263"/>
            <a:ext cx="14904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32" name="Google Shape;1132;p32"/>
          <p:cNvSpPr txBox="1">
            <a:spLocks noGrp="1"/>
          </p:cNvSpPr>
          <p:nvPr>
            <p:ph type="subTitle" idx="3"/>
          </p:nvPr>
        </p:nvSpPr>
        <p:spPr>
          <a:xfrm>
            <a:off x="4962038" y="1757613"/>
            <a:ext cx="1155000" cy="12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3" name="Google Shape;1133;p32"/>
          <p:cNvSpPr txBox="1">
            <a:spLocks noGrp="1"/>
          </p:cNvSpPr>
          <p:nvPr>
            <p:ph type="title" idx="4"/>
          </p:nvPr>
        </p:nvSpPr>
        <p:spPr>
          <a:xfrm>
            <a:off x="1087444" y="3628263"/>
            <a:ext cx="14904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34" name="Google Shape;1134;p32"/>
          <p:cNvSpPr txBox="1">
            <a:spLocks noGrp="1"/>
          </p:cNvSpPr>
          <p:nvPr>
            <p:ph type="subTitle" idx="5"/>
          </p:nvPr>
        </p:nvSpPr>
        <p:spPr>
          <a:xfrm>
            <a:off x="3026963" y="3281613"/>
            <a:ext cx="1155000" cy="12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5" name="Google Shape;1135;p32"/>
          <p:cNvSpPr txBox="1">
            <a:spLocks noGrp="1"/>
          </p:cNvSpPr>
          <p:nvPr>
            <p:ph type="title" idx="6"/>
          </p:nvPr>
        </p:nvSpPr>
        <p:spPr>
          <a:xfrm>
            <a:off x="6566156" y="3628263"/>
            <a:ext cx="14904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36" name="Google Shape;1136;p32"/>
          <p:cNvSpPr txBox="1">
            <a:spLocks noGrp="1"/>
          </p:cNvSpPr>
          <p:nvPr>
            <p:ph type="subTitle" idx="7"/>
          </p:nvPr>
        </p:nvSpPr>
        <p:spPr>
          <a:xfrm>
            <a:off x="4962038" y="3281613"/>
            <a:ext cx="1155000" cy="12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7" name="Google Shape;1137;p32"/>
          <p:cNvSpPr txBox="1">
            <a:spLocks noGrp="1"/>
          </p:cNvSpPr>
          <p:nvPr>
            <p:ph type="title" idx="8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6"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9" name="Google Shape;1139;p33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2876129">
            <a:off x="4185725" y="-4275649"/>
            <a:ext cx="8011422" cy="4844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33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4567933">
            <a:off x="-3444886" y="-4275638"/>
            <a:ext cx="8011421" cy="4844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1" name="Google Shape;1141;p33"/>
          <p:cNvGrpSpPr/>
          <p:nvPr/>
        </p:nvGrpSpPr>
        <p:grpSpPr>
          <a:xfrm rot="2700000">
            <a:off x="8351074" y="-68909"/>
            <a:ext cx="982912" cy="1216835"/>
            <a:chOff x="3723300" y="6133000"/>
            <a:chExt cx="746775" cy="924500"/>
          </a:xfrm>
        </p:grpSpPr>
        <p:sp>
          <p:nvSpPr>
            <p:cNvPr id="1142" name="Google Shape;1142;p33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4" name="Google Shape;1144;p33"/>
          <p:cNvSpPr/>
          <p:nvPr/>
        </p:nvSpPr>
        <p:spPr>
          <a:xfrm rot="10800000">
            <a:off x="344023" y="240388"/>
            <a:ext cx="192751" cy="192760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5" name="Google Shape;1145;p33"/>
          <p:cNvGrpSpPr/>
          <p:nvPr/>
        </p:nvGrpSpPr>
        <p:grpSpPr>
          <a:xfrm rot="10800000">
            <a:off x="90645" y="613904"/>
            <a:ext cx="244459" cy="224709"/>
            <a:chOff x="5339800" y="2698350"/>
            <a:chExt cx="103300" cy="94950"/>
          </a:xfrm>
        </p:grpSpPr>
        <p:sp>
          <p:nvSpPr>
            <p:cNvPr id="1146" name="Google Shape;1146;p33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3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8" name="Google Shape;1148;p33"/>
          <p:cNvGrpSpPr/>
          <p:nvPr/>
        </p:nvGrpSpPr>
        <p:grpSpPr>
          <a:xfrm rot="5400000">
            <a:off x="8094857" y="4181065"/>
            <a:ext cx="982798" cy="1873557"/>
            <a:chOff x="2394475" y="1270900"/>
            <a:chExt cx="341700" cy="651400"/>
          </a:xfrm>
        </p:grpSpPr>
        <p:sp>
          <p:nvSpPr>
            <p:cNvPr id="1149" name="Google Shape;1149;p33"/>
            <p:cNvSpPr/>
            <p:nvPr/>
          </p:nvSpPr>
          <p:spPr>
            <a:xfrm>
              <a:off x="2401625" y="127090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3"/>
            <p:cNvSpPr/>
            <p:nvPr/>
          </p:nvSpPr>
          <p:spPr>
            <a:xfrm>
              <a:off x="2499800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3"/>
            <p:cNvSpPr/>
            <p:nvPr/>
          </p:nvSpPr>
          <p:spPr>
            <a:xfrm>
              <a:off x="2597500" y="12709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3"/>
            <p:cNvSpPr/>
            <p:nvPr/>
          </p:nvSpPr>
          <p:spPr>
            <a:xfrm>
              <a:off x="2695675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3"/>
            <p:cNvSpPr/>
            <p:nvPr/>
          </p:nvSpPr>
          <p:spPr>
            <a:xfrm>
              <a:off x="2401625" y="135837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3"/>
            <p:cNvSpPr/>
            <p:nvPr/>
          </p:nvSpPr>
          <p:spPr>
            <a:xfrm>
              <a:off x="2499800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3"/>
            <p:cNvSpPr/>
            <p:nvPr/>
          </p:nvSpPr>
          <p:spPr>
            <a:xfrm>
              <a:off x="2597500" y="135837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3"/>
            <p:cNvSpPr/>
            <p:nvPr/>
          </p:nvSpPr>
          <p:spPr>
            <a:xfrm>
              <a:off x="2695675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3"/>
            <p:cNvSpPr/>
            <p:nvPr/>
          </p:nvSpPr>
          <p:spPr>
            <a:xfrm>
              <a:off x="2401625" y="144537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3"/>
            <p:cNvSpPr/>
            <p:nvPr/>
          </p:nvSpPr>
          <p:spPr>
            <a:xfrm>
              <a:off x="2499800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3"/>
            <p:cNvSpPr/>
            <p:nvPr/>
          </p:nvSpPr>
          <p:spPr>
            <a:xfrm>
              <a:off x="2597500" y="144537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3"/>
            <p:cNvSpPr/>
            <p:nvPr/>
          </p:nvSpPr>
          <p:spPr>
            <a:xfrm>
              <a:off x="2695675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3"/>
            <p:cNvSpPr/>
            <p:nvPr/>
          </p:nvSpPr>
          <p:spPr>
            <a:xfrm>
              <a:off x="2394475" y="153285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3"/>
            <p:cNvSpPr/>
            <p:nvPr/>
          </p:nvSpPr>
          <p:spPr>
            <a:xfrm>
              <a:off x="2492650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3"/>
            <p:cNvSpPr/>
            <p:nvPr/>
          </p:nvSpPr>
          <p:spPr>
            <a:xfrm>
              <a:off x="2590350" y="153285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3"/>
            <p:cNvSpPr/>
            <p:nvPr/>
          </p:nvSpPr>
          <p:spPr>
            <a:xfrm>
              <a:off x="2688525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3"/>
            <p:cNvSpPr/>
            <p:nvPr/>
          </p:nvSpPr>
          <p:spPr>
            <a:xfrm>
              <a:off x="2394475" y="161985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3"/>
            <p:cNvSpPr/>
            <p:nvPr/>
          </p:nvSpPr>
          <p:spPr>
            <a:xfrm>
              <a:off x="2492650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3"/>
            <p:cNvSpPr/>
            <p:nvPr/>
          </p:nvSpPr>
          <p:spPr>
            <a:xfrm>
              <a:off x="2590350" y="161985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3"/>
            <p:cNvSpPr/>
            <p:nvPr/>
          </p:nvSpPr>
          <p:spPr>
            <a:xfrm>
              <a:off x="2688525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3"/>
            <p:cNvSpPr/>
            <p:nvPr/>
          </p:nvSpPr>
          <p:spPr>
            <a:xfrm>
              <a:off x="2394475" y="170732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3"/>
            <p:cNvSpPr/>
            <p:nvPr/>
          </p:nvSpPr>
          <p:spPr>
            <a:xfrm>
              <a:off x="2492650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3"/>
            <p:cNvSpPr/>
            <p:nvPr/>
          </p:nvSpPr>
          <p:spPr>
            <a:xfrm>
              <a:off x="2590350" y="17073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2695675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3"/>
            <p:cNvSpPr/>
            <p:nvPr/>
          </p:nvSpPr>
          <p:spPr>
            <a:xfrm>
              <a:off x="2401625" y="179432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3"/>
            <p:cNvSpPr/>
            <p:nvPr/>
          </p:nvSpPr>
          <p:spPr>
            <a:xfrm>
              <a:off x="2499800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3"/>
            <p:cNvSpPr/>
            <p:nvPr/>
          </p:nvSpPr>
          <p:spPr>
            <a:xfrm>
              <a:off x="2597500" y="17943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3"/>
            <p:cNvSpPr/>
            <p:nvPr/>
          </p:nvSpPr>
          <p:spPr>
            <a:xfrm>
              <a:off x="2695675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3"/>
            <p:cNvSpPr/>
            <p:nvPr/>
          </p:nvSpPr>
          <p:spPr>
            <a:xfrm>
              <a:off x="2401625" y="188180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3"/>
            <p:cNvSpPr/>
            <p:nvPr/>
          </p:nvSpPr>
          <p:spPr>
            <a:xfrm>
              <a:off x="2499800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3"/>
            <p:cNvSpPr/>
            <p:nvPr/>
          </p:nvSpPr>
          <p:spPr>
            <a:xfrm>
              <a:off x="2597500" y="18818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3"/>
            <p:cNvSpPr/>
            <p:nvPr/>
          </p:nvSpPr>
          <p:spPr>
            <a:xfrm>
              <a:off x="2695675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1" name="Google Shape;1181;p33"/>
          <p:cNvSpPr txBox="1">
            <a:spLocks noGrp="1"/>
          </p:cNvSpPr>
          <p:nvPr>
            <p:ph type="title"/>
          </p:nvPr>
        </p:nvSpPr>
        <p:spPr>
          <a:xfrm>
            <a:off x="1501225" y="1911450"/>
            <a:ext cx="1801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82" name="Google Shape;1182;p33"/>
          <p:cNvSpPr txBox="1">
            <a:spLocks noGrp="1"/>
          </p:cNvSpPr>
          <p:nvPr>
            <p:ph type="subTitle" idx="1"/>
          </p:nvPr>
        </p:nvSpPr>
        <p:spPr>
          <a:xfrm>
            <a:off x="1501225" y="2497975"/>
            <a:ext cx="1801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3" name="Google Shape;1183;p33"/>
          <p:cNvSpPr txBox="1">
            <a:spLocks noGrp="1"/>
          </p:cNvSpPr>
          <p:nvPr>
            <p:ph type="title" idx="2"/>
          </p:nvPr>
        </p:nvSpPr>
        <p:spPr>
          <a:xfrm>
            <a:off x="4088538" y="1911450"/>
            <a:ext cx="1801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84" name="Google Shape;1184;p33"/>
          <p:cNvSpPr txBox="1">
            <a:spLocks noGrp="1"/>
          </p:cNvSpPr>
          <p:nvPr>
            <p:ph type="subTitle" idx="3"/>
          </p:nvPr>
        </p:nvSpPr>
        <p:spPr>
          <a:xfrm>
            <a:off x="4088538" y="2497975"/>
            <a:ext cx="1801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5" name="Google Shape;1185;p33"/>
          <p:cNvSpPr txBox="1">
            <a:spLocks noGrp="1"/>
          </p:cNvSpPr>
          <p:nvPr>
            <p:ph type="title" idx="4"/>
          </p:nvPr>
        </p:nvSpPr>
        <p:spPr>
          <a:xfrm>
            <a:off x="1501225" y="3421050"/>
            <a:ext cx="1801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86" name="Google Shape;1186;p33"/>
          <p:cNvSpPr txBox="1">
            <a:spLocks noGrp="1"/>
          </p:cNvSpPr>
          <p:nvPr>
            <p:ph type="subTitle" idx="5"/>
          </p:nvPr>
        </p:nvSpPr>
        <p:spPr>
          <a:xfrm>
            <a:off x="1501225" y="4007575"/>
            <a:ext cx="1801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7" name="Google Shape;1187;p33"/>
          <p:cNvSpPr txBox="1">
            <a:spLocks noGrp="1"/>
          </p:cNvSpPr>
          <p:nvPr>
            <p:ph type="title" idx="6"/>
          </p:nvPr>
        </p:nvSpPr>
        <p:spPr>
          <a:xfrm>
            <a:off x="4088538" y="3421050"/>
            <a:ext cx="1801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88" name="Google Shape;1188;p33"/>
          <p:cNvSpPr txBox="1">
            <a:spLocks noGrp="1"/>
          </p:cNvSpPr>
          <p:nvPr>
            <p:ph type="subTitle" idx="7"/>
          </p:nvPr>
        </p:nvSpPr>
        <p:spPr>
          <a:xfrm>
            <a:off x="4088538" y="4007575"/>
            <a:ext cx="1801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9" name="Google Shape;1189;p33"/>
          <p:cNvSpPr txBox="1">
            <a:spLocks noGrp="1"/>
          </p:cNvSpPr>
          <p:nvPr>
            <p:ph type="title" idx="8"/>
          </p:nvPr>
        </p:nvSpPr>
        <p:spPr>
          <a:xfrm>
            <a:off x="6675850" y="1911450"/>
            <a:ext cx="1801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90" name="Google Shape;1190;p33"/>
          <p:cNvSpPr txBox="1">
            <a:spLocks noGrp="1"/>
          </p:cNvSpPr>
          <p:nvPr>
            <p:ph type="subTitle" idx="9"/>
          </p:nvPr>
        </p:nvSpPr>
        <p:spPr>
          <a:xfrm>
            <a:off x="6675850" y="2497975"/>
            <a:ext cx="1801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1" name="Google Shape;1191;p33"/>
          <p:cNvSpPr txBox="1">
            <a:spLocks noGrp="1"/>
          </p:cNvSpPr>
          <p:nvPr>
            <p:ph type="title" idx="13"/>
          </p:nvPr>
        </p:nvSpPr>
        <p:spPr>
          <a:xfrm>
            <a:off x="6675850" y="3421050"/>
            <a:ext cx="1801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92" name="Google Shape;1192;p33"/>
          <p:cNvSpPr txBox="1">
            <a:spLocks noGrp="1"/>
          </p:cNvSpPr>
          <p:nvPr>
            <p:ph type="subTitle" idx="14"/>
          </p:nvPr>
        </p:nvSpPr>
        <p:spPr>
          <a:xfrm>
            <a:off x="6675850" y="4007575"/>
            <a:ext cx="1801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3" name="Google Shape;1193;p33"/>
          <p:cNvSpPr txBox="1">
            <a:spLocks noGrp="1"/>
          </p:cNvSpPr>
          <p:nvPr>
            <p:ph type="title" idx="15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"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5" name="Google Shape;1195;p34"/>
          <p:cNvGrpSpPr/>
          <p:nvPr/>
        </p:nvGrpSpPr>
        <p:grpSpPr>
          <a:xfrm rot="3061590">
            <a:off x="6711938" y="3944459"/>
            <a:ext cx="714421" cy="824001"/>
            <a:chOff x="5136000" y="3217000"/>
            <a:chExt cx="1052325" cy="1213734"/>
          </a:xfrm>
        </p:grpSpPr>
        <p:sp>
          <p:nvSpPr>
            <p:cNvPr id="1196" name="Google Shape;1196;p34"/>
            <p:cNvSpPr/>
            <p:nvPr/>
          </p:nvSpPr>
          <p:spPr>
            <a:xfrm>
              <a:off x="5136000" y="3217000"/>
              <a:ext cx="1052325" cy="1053016"/>
            </a:xfrm>
            <a:custGeom>
              <a:avLst/>
              <a:gdLst/>
              <a:ahLst/>
              <a:cxnLst/>
              <a:rect l="l" t="t" r="r" b="b"/>
              <a:pathLst>
                <a:path w="27415" h="27433" fill="none" extrusionOk="0">
                  <a:moveTo>
                    <a:pt x="27415" y="13716"/>
                  </a:moveTo>
                  <a:cubicBezTo>
                    <a:pt x="27415" y="21291"/>
                    <a:pt x="21273" y="27433"/>
                    <a:pt x="13698" y="27433"/>
                  </a:cubicBezTo>
                  <a:cubicBezTo>
                    <a:pt x="6124" y="27433"/>
                    <a:pt x="1" y="21291"/>
                    <a:pt x="1" y="13716"/>
                  </a:cubicBezTo>
                  <a:cubicBezTo>
                    <a:pt x="1" y="6142"/>
                    <a:pt x="6124" y="0"/>
                    <a:pt x="13698" y="0"/>
                  </a:cubicBezTo>
                  <a:cubicBezTo>
                    <a:pt x="21273" y="0"/>
                    <a:pt x="27415" y="6142"/>
                    <a:pt x="27415" y="13716"/>
                  </a:cubicBezTo>
                  <a:close/>
                </a:path>
              </a:pathLst>
            </a:custGeom>
            <a:noFill/>
            <a:ln w="58150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5542497" y="4087111"/>
              <a:ext cx="343661" cy="343623"/>
            </a:xfrm>
            <a:custGeom>
              <a:avLst/>
              <a:gdLst/>
              <a:ahLst/>
              <a:cxnLst/>
              <a:rect l="l" t="t" r="r" b="b"/>
              <a:pathLst>
                <a:path w="8953" h="8952" extrusionOk="0">
                  <a:moveTo>
                    <a:pt x="4486" y="0"/>
                  </a:moveTo>
                  <a:cubicBezTo>
                    <a:pt x="2010" y="0"/>
                    <a:pt x="0" y="2010"/>
                    <a:pt x="0" y="4485"/>
                  </a:cubicBezTo>
                  <a:cubicBezTo>
                    <a:pt x="0" y="6961"/>
                    <a:pt x="2010" y="8952"/>
                    <a:pt x="4486" y="8952"/>
                  </a:cubicBezTo>
                  <a:cubicBezTo>
                    <a:pt x="6961" y="8952"/>
                    <a:pt x="8952" y="6961"/>
                    <a:pt x="8952" y="4485"/>
                  </a:cubicBezTo>
                  <a:cubicBezTo>
                    <a:pt x="8952" y="2010"/>
                    <a:pt x="6961" y="0"/>
                    <a:pt x="44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8" name="Google Shape;1198;p34"/>
          <p:cNvSpPr/>
          <p:nvPr/>
        </p:nvSpPr>
        <p:spPr>
          <a:xfrm>
            <a:off x="293827" y="2017280"/>
            <a:ext cx="434658" cy="434699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9" name="Google Shape;1199;p34"/>
          <p:cNvGrpSpPr/>
          <p:nvPr/>
        </p:nvGrpSpPr>
        <p:grpSpPr>
          <a:xfrm flipH="1">
            <a:off x="8300136" y="2571750"/>
            <a:ext cx="623053" cy="437218"/>
            <a:chOff x="-2155161" y="1657350"/>
            <a:chExt cx="623053" cy="437218"/>
          </a:xfrm>
        </p:grpSpPr>
        <p:sp>
          <p:nvSpPr>
            <p:cNvPr id="1200" name="Google Shape;1200;p34"/>
            <p:cNvSpPr/>
            <p:nvPr/>
          </p:nvSpPr>
          <p:spPr>
            <a:xfrm rot="10800000" flipH="1">
              <a:off x="-2155161" y="1657350"/>
              <a:ext cx="192751" cy="192760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20" y="0"/>
                  </a:moveTo>
                  <a:cubicBezTo>
                    <a:pt x="726" y="0"/>
                    <a:pt x="0" y="726"/>
                    <a:pt x="0" y="1620"/>
                  </a:cubicBezTo>
                  <a:cubicBezTo>
                    <a:pt x="0" y="2531"/>
                    <a:pt x="726" y="3257"/>
                    <a:pt x="1620" y="3257"/>
                  </a:cubicBezTo>
                  <a:cubicBezTo>
                    <a:pt x="2513" y="3257"/>
                    <a:pt x="3257" y="2531"/>
                    <a:pt x="3257" y="1620"/>
                  </a:cubicBezTo>
                  <a:cubicBezTo>
                    <a:pt x="3257" y="726"/>
                    <a:pt x="2513" y="0"/>
                    <a:pt x="1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1" name="Google Shape;1201;p34"/>
            <p:cNvGrpSpPr/>
            <p:nvPr/>
          </p:nvGrpSpPr>
          <p:grpSpPr>
            <a:xfrm rot="10800000" flipH="1">
              <a:off x="-1776567" y="1869860"/>
              <a:ext cx="244459" cy="224709"/>
              <a:chOff x="5339800" y="2698350"/>
              <a:chExt cx="103300" cy="94950"/>
            </a:xfrm>
          </p:grpSpPr>
          <p:sp>
            <p:nvSpPr>
              <p:cNvPr id="1202" name="Google Shape;1202;p34"/>
              <p:cNvSpPr/>
              <p:nvPr/>
            </p:nvSpPr>
            <p:spPr>
              <a:xfrm>
                <a:off x="5354225" y="2704400"/>
                <a:ext cx="888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555" h="3556" extrusionOk="0">
                    <a:moveTo>
                      <a:pt x="1266" y="1"/>
                    </a:moveTo>
                    <a:lnTo>
                      <a:pt x="1266" y="1266"/>
                    </a:lnTo>
                    <a:lnTo>
                      <a:pt x="0" y="1266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55"/>
                    </a:lnTo>
                    <a:lnTo>
                      <a:pt x="2289" y="3555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66"/>
                    </a:lnTo>
                    <a:lnTo>
                      <a:pt x="2289" y="1266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34"/>
              <p:cNvSpPr/>
              <p:nvPr/>
            </p:nvSpPr>
            <p:spPr>
              <a:xfrm>
                <a:off x="5339800" y="2698350"/>
                <a:ext cx="88875" cy="89350"/>
              </a:xfrm>
              <a:custGeom>
                <a:avLst/>
                <a:gdLst/>
                <a:ahLst/>
                <a:cxnLst/>
                <a:rect l="l" t="t" r="r" b="b"/>
                <a:pathLst>
                  <a:path w="3555" h="3574" extrusionOk="0">
                    <a:moveTo>
                      <a:pt x="1266" y="1"/>
                    </a:moveTo>
                    <a:lnTo>
                      <a:pt x="1266" y="1285"/>
                    </a:lnTo>
                    <a:lnTo>
                      <a:pt x="0" y="1285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74"/>
                    </a:lnTo>
                    <a:lnTo>
                      <a:pt x="2289" y="3574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85"/>
                    </a:lnTo>
                    <a:lnTo>
                      <a:pt x="2289" y="1285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04" name="Google Shape;1204;p34"/>
          <p:cNvGrpSpPr/>
          <p:nvPr/>
        </p:nvGrpSpPr>
        <p:grpSpPr>
          <a:xfrm rot="-406928">
            <a:off x="7723147" y="3502540"/>
            <a:ext cx="1136889" cy="1136847"/>
            <a:chOff x="2322975" y="4202575"/>
            <a:chExt cx="674675" cy="674650"/>
          </a:xfrm>
        </p:grpSpPr>
        <p:sp>
          <p:nvSpPr>
            <p:cNvPr id="1205" name="Google Shape;1205;p34"/>
            <p:cNvSpPr/>
            <p:nvPr/>
          </p:nvSpPr>
          <p:spPr>
            <a:xfrm>
              <a:off x="2322975" y="4202575"/>
              <a:ext cx="674675" cy="674650"/>
            </a:xfrm>
            <a:custGeom>
              <a:avLst/>
              <a:gdLst/>
              <a:ahLst/>
              <a:cxnLst/>
              <a:rect l="l" t="t" r="r" b="b"/>
              <a:pathLst>
                <a:path w="26987" h="26986" extrusionOk="0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2404400" y="4284000"/>
              <a:ext cx="512300" cy="512275"/>
            </a:xfrm>
            <a:custGeom>
              <a:avLst/>
              <a:gdLst/>
              <a:ahLst/>
              <a:cxnLst/>
              <a:rect l="l" t="t" r="r" b="b"/>
              <a:pathLst>
                <a:path w="20492" h="20491" extrusionOk="0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7" name="Google Shape;1207;p34"/>
          <p:cNvSpPr/>
          <p:nvPr/>
        </p:nvSpPr>
        <p:spPr>
          <a:xfrm rot="10800000">
            <a:off x="728812" y="320888"/>
            <a:ext cx="192751" cy="192760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8" name="Google Shape;1208;p34"/>
          <p:cNvGrpSpPr/>
          <p:nvPr/>
        </p:nvGrpSpPr>
        <p:grpSpPr>
          <a:xfrm rot="10800000">
            <a:off x="298511" y="533398"/>
            <a:ext cx="244459" cy="224709"/>
            <a:chOff x="5339800" y="2698350"/>
            <a:chExt cx="103300" cy="94950"/>
          </a:xfrm>
        </p:grpSpPr>
        <p:sp>
          <p:nvSpPr>
            <p:cNvPr id="1209" name="Google Shape;1209;p34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11" name="Google Shape;121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7210212">
            <a:off x="2906640" y="1282983"/>
            <a:ext cx="9672970" cy="6003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984633">
            <a:off x="-5234210" y="-2279616"/>
            <a:ext cx="9672971" cy="60031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34"/>
          <p:cNvSpPr txBox="1">
            <a:spLocks noGrp="1"/>
          </p:cNvSpPr>
          <p:nvPr>
            <p:ph type="ctrTitle"/>
          </p:nvPr>
        </p:nvSpPr>
        <p:spPr>
          <a:xfrm>
            <a:off x="981365" y="514350"/>
            <a:ext cx="3878400" cy="9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14" name="Google Shape;1214;p34"/>
          <p:cNvSpPr txBox="1">
            <a:spLocks noGrp="1"/>
          </p:cNvSpPr>
          <p:nvPr>
            <p:ph type="subTitle" idx="1"/>
          </p:nvPr>
        </p:nvSpPr>
        <p:spPr>
          <a:xfrm>
            <a:off x="981365" y="1600975"/>
            <a:ext cx="3878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15" name="Google Shape;1215;p34"/>
          <p:cNvSpPr txBox="1"/>
          <p:nvPr/>
        </p:nvSpPr>
        <p:spPr>
          <a:xfrm>
            <a:off x="1299839" y="3275375"/>
            <a:ext cx="33480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CREDITS: This presentation template was created by </a:t>
            </a:r>
            <a:r>
              <a:rPr lang="en" b="1">
                <a:solidFill>
                  <a:schemeClr val="lt2"/>
                </a:solidFill>
                <a:uFill>
                  <a:noFill/>
                </a:uFill>
                <a:latin typeface="PT Sans Narrow"/>
                <a:ea typeface="PT Sans Narrow"/>
                <a:cs typeface="PT Sans Narrow"/>
                <a:sym typeface="PT Sans Narr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, including icons by </a:t>
            </a:r>
            <a:r>
              <a:rPr lang="en" b="1">
                <a:solidFill>
                  <a:schemeClr val="lt2"/>
                </a:solidFill>
                <a:uFill>
                  <a:noFill/>
                </a:uFill>
                <a:latin typeface="PT Sans Narrow"/>
                <a:ea typeface="PT Sans Narrow"/>
                <a:cs typeface="PT Sans Narrow"/>
                <a:sym typeface="PT Sans Narr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b="1">
                <a:solidFill>
                  <a:schemeClr val="lt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</a:t>
            </a:r>
            <a:r>
              <a:rPr lang="en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and infographics &amp; images by </a:t>
            </a:r>
            <a:r>
              <a:rPr lang="en" b="1">
                <a:solidFill>
                  <a:schemeClr val="lt2"/>
                </a:solidFill>
                <a:uFill>
                  <a:noFill/>
                </a:uFill>
                <a:latin typeface="PT Sans Narrow"/>
                <a:ea typeface="PT Sans Narrow"/>
                <a:cs typeface="PT Sans Narrow"/>
                <a:sym typeface="PT Sans Narro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b="1">
              <a:solidFill>
                <a:schemeClr val="lt2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0"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7" name="Google Shape;1217;p35"/>
          <p:cNvPicPr preferRelativeResize="0"/>
          <p:nvPr/>
        </p:nvPicPr>
        <p:blipFill rotWithShape="1">
          <a:blip r:embed="rId2">
            <a:alphaModFix/>
          </a:blip>
          <a:srcRect l="1774" t="4010" r="1765" b="2057"/>
          <a:stretch/>
        </p:blipFill>
        <p:spPr>
          <a:xfrm rot="-8455141" flipH="1">
            <a:off x="5729005" y="-1397287"/>
            <a:ext cx="7296822" cy="441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35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5182189" flipH="1">
            <a:off x="-4327642" y="814168"/>
            <a:ext cx="8011421" cy="484464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35"/>
          <p:cNvSpPr/>
          <p:nvPr/>
        </p:nvSpPr>
        <p:spPr>
          <a:xfrm>
            <a:off x="8030097" y="242666"/>
            <a:ext cx="253839" cy="253847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0" name="Google Shape;1220;p35"/>
          <p:cNvGrpSpPr/>
          <p:nvPr/>
        </p:nvGrpSpPr>
        <p:grpSpPr>
          <a:xfrm rot="-5806928">
            <a:off x="8486701" y="-198835"/>
            <a:ext cx="1136889" cy="1136847"/>
            <a:chOff x="2322975" y="4202575"/>
            <a:chExt cx="674675" cy="674650"/>
          </a:xfrm>
        </p:grpSpPr>
        <p:sp>
          <p:nvSpPr>
            <p:cNvPr id="1221" name="Google Shape;1221;p35"/>
            <p:cNvSpPr/>
            <p:nvPr/>
          </p:nvSpPr>
          <p:spPr>
            <a:xfrm>
              <a:off x="2322975" y="4202575"/>
              <a:ext cx="674675" cy="674650"/>
            </a:xfrm>
            <a:custGeom>
              <a:avLst/>
              <a:gdLst/>
              <a:ahLst/>
              <a:cxnLst/>
              <a:rect l="l" t="t" r="r" b="b"/>
              <a:pathLst>
                <a:path w="26987" h="26986" extrusionOk="0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5"/>
            <p:cNvSpPr/>
            <p:nvPr/>
          </p:nvSpPr>
          <p:spPr>
            <a:xfrm>
              <a:off x="2404400" y="4284000"/>
              <a:ext cx="512300" cy="512275"/>
            </a:xfrm>
            <a:custGeom>
              <a:avLst/>
              <a:gdLst/>
              <a:ahLst/>
              <a:cxnLst/>
              <a:rect l="l" t="t" r="r" b="b"/>
              <a:pathLst>
                <a:path w="20492" h="20491" extrusionOk="0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3" name="Google Shape;1223;p35"/>
          <p:cNvGrpSpPr/>
          <p:nvPr/>
        </p:nvGrpSpPr>
        <p:grpSpPr>
          <a:xfrm rot="10083344" flipH="1">
            <a:off x="464718" y="3721621"/>
            <a:ext cx="982903" cy="1216824"/>
            <a:chOff x="3723300" y="6133000"/>
            <a:chExt cx="746775" cy="924500"/>
          </a:xfrm>
        </p:grpSpPr>
        <p:sp>
          <p:nvSpPr>
            <p:cNvPr id="1224" name="Google Shape;1224;p35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5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6" name="Google Shape;1226;p35"/>
          <p:cNvSpPr/>
          <p:nvPr/>
        </p:nvSpPr>
        <p:spPr>
          <a:xfrm rot="10800000" flipH="1">
            <a:off x="561245" y="1514323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7" name="Google Shape;1227;p35"/>
          <p:cNvGrpSpPr/>
          <p:nvPr/>
        </p:nvGrpSpPr>
        <p:grpSpPr>
          <a:xfrm rot="10800000" flipH="1">
            <a:off x="349442" y="1068057"/>
            <a:ext cx="260027" cy="239018"/>
            <a:chOff x="5339800" y="2698350"/>
            <a:chExt cx="103300" cy="94950"/>
          </a:xfrm>
        </p:grpSpPr>
        <p:sp>
          <p:nvSpPr>
            <p:cNvPr id="1228" name="Google Shape;1228;p35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0" name="Google Shape;1230;p35"/>
          <p:cNvGrpSpPr/>
          <p:nvPr/>
        </p:nvGrpSpPr>
        <p:grpSpPr>
          <a:xfrm>
            <a:off x="2106959" y="-553249"/>
            <a:ext cx="2037970" cy="1046673"/>
            <a:chOff x="5875325" y="2234025"/>
            <a:chExt cx="651400" cy="334550"/>
          </a:xfrm>
        </p:grpSpPr>
        <p:sp>
          <p:nvSpPr>
            <p:cNvPr id="1231" name="Google Shape;1231;p35"/>
            <p:cNvSpPr/>
            <p:nvPr/>
          </p:nvSpPr>
          <p:spPr>
            <a:xfrm>
              <a:off x="587532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587532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5"/>
            <p:cNvSpPr/>
            <p:nvPr/>
          </p:nvSpPr>
          <p:spPr>
            <a:xfrm>
              <a:off x="587532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5"/>
            <p:cNvSpPr/>
            <p:nvPr/>
          </p:nvSpPr>
          <p:spPr>
            <a:xfrm>
              <a:off x="587532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5"/>
            <p:cNvSpPr/>
            <p:nvPr/>
          </p:nvSpPr>
          <p:spPr>
            <a:xfrm>
              <a:off x="596280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5"/>
            <p:cNvSpPr/>
            <p:nvPr/>
          </p:nvSpPr>
          <p:spPr>
            <a:xfrm>
              <a:off x="596280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596280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5"/>
            <p:cNvSpPr/>
            <p:nvPr/>
          </p:nvSpPr>
          <p:spPr>
            <a:xfrm>
              <a:off x="596280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5"/>
            <p:cNvSpPr/>
            <p:nvPr/>
          </p:nvSpPr>
          <p:spPr>
            <a:xfrm>
              <a:off x="604980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5"/>
            <p:cNvSpPr/>
            <p:nvPr/>
          </p:nvSpPr>
          <p:spPr>
            <a:xfrm>
              <a:off x="604980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5"/>
            <p:cNvSpPr/>
            <p:nvPr/>
          </p:nvSpPr>
          <p:spPr>
            <a:xfrm>
              <a:off x="604980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5"/>
            <p:cNvSpPr/>
            <p:nvPr/>
          </p:nvSpPr>
          <p:spPr>
            <a:xfrm>
              <a:off x="604980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613727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5"/>
            <p:cNvSpPr/>
            <p:nvPr/>
          </p:nvSpPr>
          <p:spPr>
            <a:xfrm>
              <a:off x="613727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5"/>
            <p:cNvSpPr/>
            <p:nvPr/>
          </p:nvSpPr>
          <p:spPr>
            <a:xfrm>
              <a:off x="613727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613727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5"/>
            <p:cNvSpPr/>
            <p:nvPr/>
          </p:nvSpPr>
          <p:spPr>
            <a:xfrm>
              <a:off x="6224275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5"/>
            <p:cNvSpPr/>
            <p:nvPr/>
          </p:nvSpPr>
          <p:spPr>
            <a:xfrm>
              <a:off x="6224275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6224275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5"/>
            <p:cNvSpPr/>
            <p:nvPr/>
          </p:nvSpPr>
          <p:spPr>
            <a:xfrm>
              <a:off x="6224275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5"/>
            <p:cNvSpPr/>
            <p:nvPr/>
          </p:nvSpPr>
          <p:spPr>
            <a:xfrm>
              <a:off x="6311750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5"/>
            <p:cNvSpPr/>
            <p:nvPr/>
          </p:nvSpPr>
          <p:spPr>
            <a:xfrm>
              <a:off x="6311750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5"/>
            <p:cNvSpPr/>
            <p:nvPr/>
          </p:nvSpPr>
          <p:spPr>
            <a:xfrm>
              <a:off x="6311750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5"/>
            <p:cNvSpPr/>
            <p:nvPr/>
          </p:nvSpPr>
          <p:spPr>
            <a:xfrm>
              <a:off x="6311750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5"/>
            <p:cNvSpPr/>
            <p:nvPr/>
          </p:nvSpPr>
          <p:spPr>
            <a:xfrm>
              <a:off x="6398750" y="25276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5"/>
            <p:cNvSpPr/>
            <p:nvPr/>
          </p:nvSpPr>
          <p:spPr>
            <a:xfrm>
              <a:off x="6398750" y="24299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5"/>
            <p:cNvSpPr/>
            <p:nvPr/>
          </p:nvSpPr>
          <p:spPr>
            <a:xfrm>
              <a:off x="6398750" y="23317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5"/>
            <p:cNvSpPr/>
            <p:nvPr/>
          </p:nvSpPr>
          <p:spPr>
            <a:xfrm>
              <a:off x="6398750" y="22340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5"/>
            <p:cNvSpPr/>
            <p:nvPr/>
          </p:nvSpPr>
          <p:spPr>
            <a:xfrm>
              <a:off x="6486225" y="25276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5"/>
            <p:cNvSpPr/>
            <p:nvPr/>
          </p:nvSpPr>
          <p:spPr>
            <a:xfrm>
              <a:off x="6486225" y="24299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5"/>
            <p:cNvSpPr/>
            <p:nvPr/>
          </p:nvSpPr>
          <p:spPr>
            <a:xfrm>
              <a:off x="6486225" y="23317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extrusionOk="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5"/>
            <p:cNvSpPr/>
            <p:nvPr/>
          </p:nvSpPr>
          <p:spPr>
            <a:xfrm>
              <a:off x="6486225" y="22340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extrusionOk="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1"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4" name="Google Shape;1264;p36"/>
          <p:cNvGrpSpPr/>
          <p:nvPr/>
        </p:nvGrpSpPr>
        <p:grpSpPr>
          <a:xfrm rot="-720964" flipH="1">
            <a:off x="6974320" y="2649705"/>
            <a:ext cx="1574772" cy="1559999"/>
            <a:chOff x="7084820" y="117420"/>
            <a:chExt cx="1638408" cy="1623038"/>
          </a:xfrm>
        </p:grpSpPr>
        <p:sp>
          <p:nvSpPr>
            <p:cNvPr id="1265" name="Google Shape;1265;p36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avLst/>
              <a:gdLst/>
              <a:ahLst/>
              <a:cxnLst/>
              <a:rect l="l" t="t" r="r" b="b"/>
              <a:pathLst>
                <a:path w="33500" h="33501" extrusionOk="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6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avLst/>
              <a:gdLst/>
              <a:ahLst/>
              <a:cxnLst/>
              <a:rect l="l" t="t" r="r" b="b"/>
              <a:pathLst>
                <a:path w="16862" h="16863" extrusionOk="0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7" name="Google Shape;1267;p36"/>
          <p:cNvGrpSpPr/>
          <p:nvPr/>
        </p:nvGrpSpPr>
        <p:grpSpPr>
          <a:xfrm rot="-6468352" flipH="1">
            <a:off x="5103868" y="4453513"/>
            <a:ext cx="982943" cy="1216874"/>
            <a:chOff x="3723300" y="6133000"/>
            <a:chExt cx="746775" cy="924500"/>
          </a:xfrm>
        </p:grpSpPr>
        <p:sp>
          <p:nvSpPr>
            <p:cNvPr id="1268" name="Google Shape;1268;p36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6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0" name="Google Shape;1270;p36"/>
          <p:cNvSpPr/>
          <p:nvPr/>
        </p:nvSpPr>
        <p:spPr>
          <a:xfrm>
            <a:off x="6389553" y="3426447"/>
            <a:ext cx="239862" cy="239831"/>
          </a:xfrm>
          <a:custGeom>
            <a:avLst/>
            <a:gdLst/>
            <a:ahLst/>
            <a:cxnLst/>
            <a:rect l="l" t="t" r="r" b="b"/>
            <a:pathLst>
              <a:path w="7911" h="7910" extrusionOk="0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1" name="Google Shape;1271;p36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-1277238" flipH="1">
            <a:off x="3739238" y="876893"/>
            <a:ext cx="8692659" cy="52566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2" name="Google Shape;1272;p36"/>
          <p:cNvGrpSpPr/>
          <p:nvPr/>
        </p:nvGrpSpPr>
        <p:grpSpPr>
          <a:xfrm rot="10800000" flipH="1">
            <a:off x="351505" y="-397285"/>
            <a:ext cx="982798" cy="1873557"/>
            <a:chOff x="2394475" y="1270900"/>
            <a:chExt cx="341700" cy="651400"/>
          </a:xfrm>
        </p:grpSpPr>
        <p:sp>
          <p:nvSpPr>
            <p:cNvPr id="1273" name="Google Shape;1273;p36"/>
            <p:cNvSpPr/>
            <p:nvPr/>
          </p:nvSpPr>
          <p:spPr>
            <a:xfrm>
              <a:off x="2401625" y="127090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6"/>
            <p:cNvSpPr/>
            <p:nvPr/>
          </p:nvSpPr>
          <p:spPr>
            <a:xfrm>
              <a:off x="2499800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6"/>
            <p:cNvSpPr/>
            <p:nvPr/>
          </p:nvSpPr>
          <p:spPr>
            <a:xfrm>
              <a:off x="2597500" y="12709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6"/>
            <p:cNvSpPr/>
            <p:nvPr/>
          </p:nvSpPr>
          <p:spPr>
            <a:xfrm>
              <a:off x="2695675" y="127090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6"/>
            <p:cNvSpPr/>
            <p:nvPr/>
          </p:nvSpPr>
          <p:spPr>
            <a:xfrm>
              <a:off x="2401625" y="135837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6"/>
            <p:cNvSpPr/>
            <p:nvPr/>
          </p:nvSpPr>
          <p:spPr>
            <a:xfrm>
              <a:off x="2499800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6"/>
            <p:cNvSpPr/>
            <p:nvPr/>
          </p:nvSpPr>
          <p:spPr>
            <a:xfrm>
              <a:off x="2597500" y="135837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6"/>
            <p:cNvSpPr/>
            <p:nvPr/>
          </p:nvSpPr>
          <p:spPr>
            <a:xfrm>
              <a:off x="2695675" y="135837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6"/>
            <p:cNvSpPr/>
            <p:nvPr/>
          </p:nvSpPr>
          <p:spPr>
            <a:xfrm>
              <a:off x="2401625" y="144537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6"/>
            <p:cNvSpPr/>
            <p:nvPr/>
          </p:nvSpPr>
          <p:spPr>
            <a:xfrm>
              <a:off x="2499800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6"/>
            <p:cNvSpPr/>
            <p:nvPr/>
          </p:nvSpPr>
          <p:spPr>
            <a:xfrm>
              <a:off x="2597500" y="144537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6"/>
            <p:cNvSpPr/>
            <p:nvPr/>
          </p:nvSpPr>
          <p:spPr>
            <a:xfrm>
              <a:off x="2695675" y="144537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6"/>
            <p:cNvSpPr/>
            <p:nvPr/>
          </p:nvSpPr>
          <p:spPr>
            <a:xfrm>
              <a:off x="2394475" y="153285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6"/>
            <p:cNvSpPr/>
            <p:nvPr/>
          </p:nvSpPr>
          <p:spPr>
            <a:xfrm>
              <a:off x="2492650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6"/>
            <p:cNvSpPr/>
            <p:nvPr/>
          </p:nvSpPr>
          <p:spPr>
            <a:xfrm>
              <a:off x="2590350" y="153285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6"/>
            <p:cNvSpPr/>
            <p:nvPr/>
          </p:nvSpPr>
          <p:spPr>
            <a:xfrm>
              <a:off x="2688525" y="153285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6"/>
            <p:cNvSpPr/>
            <p:nvPr/>
          </p:nvSpPr>
          <p:spPr>
            <a:xfrm>
              <a:off x="2394475" y="1619850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6"/>
            <p:cNvSpPr/>
            <p:nvPr/>
          </p:nvSpPr>
          <p:spPr>
            <a:xfrm>
              <a:off x="2492650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6"/>
            <p:cNvSpPr/>
            <p:nvPr/>
          </p:nvSpPr>
          <p:spPr>
            <a:xfrm>
              <a:off x="2590350" y="161985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6"/>
            <p:cNvSpPr/>
            <p:nvPr/>
          </p:nvSpPr>
          <p:spPr>
            <a:xfrm>
              <a:off x="2688525" y="1619850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6"/>
            <p:cNvSpPr/>
            <p:nvPr/>
          </p:nvSpPr>
          <p:spPr>
            <a:xfrm>
              <a:off x="2394475" y="1707325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6"/>
            <p:cNvSpPr/>
            <p:nvPr/>
          </p:nvSpPr>
          <p:spPr>
            <a:xfrm>
              <a:off x="2492650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6"/>
            <p:cNvSpPr/>
            <p:nvPr/>
          </p:nvSpPr>
          <p:spPr>
            <a:xfrm>
              <a:off x="2590350" y="1707325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6"/>
            <p:cNvSpPr/>
            <p:nvPr/>
          </p:nvSpPr>
          <p:spPr>
            <a:xfrm>
              <a:off x="2695675" y="1707325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6"/>
            <p:cNvSpPr/>
            <p:nvPr/>
          </p:nvSpPr>
          <p:spPr>
            <a:xfrm>
              <a:off x="2401625" y="1794325"/>
              <a:ext cx="40950" cy="40975"/>
            </a:xfrm>
            <a:custGeom>
              <a:avLst/>
              <a:gdLst/>
              <a:ahLst/>
              <a:cxnLst/>
              <a:rect l="l" t="t" r="r" b="b"/>
              <a:pathLst>
                <a:path w="1638" h="1639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6"/>
            <p:cNvSpPr/>
            <p:nvPr/>
          </p:nvSpPr>
          <p:spPr>
            <a:xfrm>
              <a:off x="2499800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6"/>
            <p:cNvSpPr/>
            <p:nvPr/>
          </p:nvSpPr>
          <p:spPr>
            <a:xfrm>
              <a:off x="2597500" y="1794325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6"/>
            <p:cNvSpPr/>
            <p:nvPr/>
          </p:nvSpPr>
          <p:spPr>
            <a:xfrm>
              <a:off x="2695675" y="1794325"/>
              <a:ext cx="40500" cy="40975"/>
            </a:xfrm>
            <a:custGeom>
              <a:avLst/>
              <a:gdLst/>
              <a:ahLst/>
              <a:cxnLst/>
              <a:rect l="l" t="t" r="r" b="b"/>
              <a:pathLst>
                <a:path w="1620" h="1639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6"/>
            <p:cNvSpPr/>
            <p:nvPr/>
          </p:nvSpPr>
          <p:spPr>
            <a:xfrm>
              <a:off x="2401625" y="1881800"/>
              <a:ext cx="40950" cy="40500"/>
            </a:xfrm>
            <a:custGeom>
              <a:avLst/>
              <a:gdLst/>
              <a:ahLst/>
              <a:cxnLst/>
              <a:rect l="l" t="t" r="r" b="b"/>
              <a:pathLst>
                <a:path w="1638" h="1620" fill="none" extrusionOk="0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6"/>
            <p:cNvSpPr/>
            <p:nvPr/>
          </p:nvSpPr>
          <p:spPr>
            <a:xfrm>
              <a:off x="2499800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6"/>
            <p:cNvSpPr/>
            <p:nvPr/>
          </p:nvSpPr>
          <p:spPr>
            <a:xfrm>
              <a:off x="2597500" y="1881800"/>
              <a:ext cx="40975" cy="40500"/>
            </a:xfrm>
            <a:custGeom>
              <a:avLst/>
              <a:gdLst/>
              <a:ahLst/>
              <a:cxnLst/>
              <a:rect l="l" t="t" r="r" b="b"/>
              <a:pathLst>
                <a:path w="1639" h="1620" fill="none" extrusionOk="0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6"/>
            <p:cNvSpPr/>
            <p:nvPr/>
          </p:nvSpPr>
          <p:spPr>
            <a:xfrm>
              <a:off x="2695675" y="1881800"/>
              <a:ext cx="40500" cy="40500"/>
            </a:xfrm>
            <a:custGeom>
              <a:avLst/>
              <a:gdLst/>
              <a:ahLst/>
              <a:cxnLst/>
              <a:rect l="l" t="t" r="r" b="b"/>
              <a:pathLst>
                <a:path w="1620" h="1620" fill="none" extrusionOk="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2"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Google Shape;1306;p37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7923871" flipH="1">
            <a:off x="4223825" y="4430201"/>
            <a:ext cx="8011422" cy="4844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37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6232067" flipH="1">
            <a:off x="-3406786" y="4430189"/>
            <a:ext cx="8011421" cy="4844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8" name="Google Shape;1308;p37"/>
          <p:cNvGrpSpPr/>
          <p:nvPr/>
        </p:nvGrpSpPr>
        <p:grpSpPr>
          <a:xfrm rot="8100000" flipH="1">
            <a:off x="8389174" y="3851274"/>
            <a:ext cx="982912" cy="1216835"/>
            <a:chOff x="3723300" y="6133000"/>
            <a:chExt cx="746775" cy="924500"/>
          </a:xfrm>
        </p:grpSpPr>
        <p:sp>
          <p:nvSpPr>
            <p:cNvPr id="1309" name="Google Shape;1309;p37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7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1" name="Google Shape;1311;p37"/>
          <p:cNvSpPr/>
          <p:nvPr/>
        </p:nvSpPr>
        <p:spPr>
          <a:xfrm flipH="1">
            <a:off x="382123" y="4566052"/>
            <a:ext cx="192751" cy="192760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2" name="Google Shape;1312;p37"/>
          <p:cNvGrpSpPr/>
          <p:nvPr/>
        </p:nvGrpSpPr>
        <p:grpSpPr>
          <a:xfrm flipH="1">
            <a:off x="128745" y="4160588"/>
            <a:ext cx="244459" cy="224709"/>
            <a:chOff x="5339800" y="2698350"/>
            <a:chExt cx="103300" cy="94950"/>
          </a:xfrm>
        </p:grpSpPr>
        <p:sp>
          <p:nvSpPr>
            <p:cNvPr id="1313" name="Google Shape;1313;p37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7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3"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6" name="Google Shape;1316;p38"/>
          <p:cNvGrpSpPr/>
          <p:nvPr/>
        </p:nvGrpSpPr>
        <p:grpSpPr>
          <a:xfrm rot="8100000" flipH="1">
            <a:off x="594699" y="-134999"/>
            <a:ext cx="982912" cy="1216835"/>
            <a:chOff x="3723300" y="6133000"/>
            <a:chExt cx="746775" cy="924500"/>
          </a:xfrm>
        </p:grpSpPr>
        <p:sp>
          <p:nvSpPr>
            <p:cNvPr id="1317" name="Google Shape;1317;p38"/>
            <p:cNvSpPr/>
            <p:nvPr/>
          </p:nvSpPr>
          <p:spPr>
            <a:xfrm>
              <a:off x="3792625" y="6133000"/>
              <a:ext cx="677450" cy="677450"/>
            </a:xfrm>
            <a:custGeom>
              <a:avLst/>
              <a:gdLst/>
              <a:ahLst/>
              <a:cxnLst/>
              <a:rect l="l" t="t" r="r" b="b"/>
              <a:pathLst>
                <a:path w="27098" h="27098" extrusionOk="0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8"/>
            <p:cNvSpPr/>
            <p:nvPr/>
          </p:nvSpPr>
          <p:spPr>
            <a:xfrm>
              <a:off x="3723300" y="6650825"/>
              <a:ext cx="406675" cy="406675"/>
            </a:xfrm>
            <a:custGeom>
              <a:avLst/>
              <a:gdLst/>
              <a:ahLst/>
              <a:cxnLst/>
              <a:rect l="l" t="t" r="r" b="b"/>
              <a:pathLst>
                <a:path w="16267" h="16267" fill="none" extrusionOk="0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w="122375" cap="flat" cmpd="sng">
              <a:solidFill>
                <a:schemeClr val="dk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9" name="Google Shape;1319;p38"/>
          <p:cNvSpPr/>
          <p:nvPr/>
        </p:nvSpPr>
        <p:spPr>
          <a:xfrm rot="10800000" flipH="1">
            <a:off x="142470" y="1058714"/>
            <a:ext cx="253839" cy="253847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38"/>
          <p:cNvSpPr/>
          <p:nvPr/>
        </p:nvSpPr>
        <p:spPr>
          <a:xfrm flipH="1">
            <a:off x="520473" y="2524717"/>
            <a:ext cx="192751" cy="192760"/>
          </a:xfrm>
          <a:custGeom>
            <a:avLst/>
            <a:gdLst/>
            <a:ahLst/>
            <a:cxnLst/>
            <a:rect l="l" t="t" r="r" b="b"/>
            <a:pathLst>
              <a:path w="3258" h="3258" extrusionOk="0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1" name="Google Shape;1321;p38"/>
          <p:cNvGrpSpPr/>
          <p:nvPr/>
        </p:nvGrpSpPr>
        <p:grpSpPr>
          <a:xfrm flipH="1">
            <a:off x="267095" y="2119252"/>
            <a:ext cx="244459" cy="224709"/>
            <a:chOff x="5339800" y="2698350"/>
            <a:chExt cx="103300" cy="94950"/>
          </a:xfrm>
        </p:grpSpPr>
        <p:sp>
          <p:nvSpPr>
            <p:cNvPr id="1322" name="Google Shape;1322;p38"/>
            <p:cNvSpPr/>
            <p:nvPr/>
          </p:nvSpPr>
          <p:spPr>
            <a:xfrm>
              <a:off x="5354225" y="2704400"/>
              <a:ext cx="88875" cy="88900"/>
            </a:xfrm>
            <a:custGeom>
              <a:avLst/>
              <a:gdLst/>
              <a:ahLst/>
              <a:cxnLst/>
              <a:rect l="l" t="t" r="r" b="b"/>
              <a:pathLst>
                <a:path w="3555" h="3556" extrusionOk="0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8"/>
            <p:cNvSpPr/>
            <p:nvPr/>
          </p:nvSpPr>
          <p:spPr>
            <a:xfrm>
              <a:off x="5339800" y="2698350"/>
              <a:ext cx="88875" cy="89350"/>
            </a:xfrm>
            <a:custGeom>
              <a:avLst/>
              <a:gdLst/>
              <a:ahLst/>
              <a:cxnLst/>
              <a:rect l="l" t="t" r="r" b="b"/>
              <a:pathLst>
                <a:path w="3555" h="3574" extrusionOk="0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4" name="Google Shape;1324;p38"/>
          <p:cNvGrpSpPr/>
          <p:nvPr/>
        </p:nvGrpSpPr>
        <p:grpSpPr>
          <a:xfrm rot="6280029" flipH="1">
            <a:off x="-1117558" y="3581220"/>
            <a:ext cx="3834083" cy="1583361"/>
            <a:chOff x="2616023" y="-243129"/>
            <a:chExt cx="3834135" cy="1583382"/>
          </a:xfrm>
        </p:grpSpPr>
        <p:sp>
          <p:nvSpPr>
            <p:cNvPr id="1325" name="Google Shape;1325;p38"/>
            <p:cNvSpPr/>
            <p:nvPr/>
          </p:nvSpPr>
          <p:spPr>
            <a:xfrm rot="10800000" flipH="1">
              <a:off x="4329742" y="171351"/>
              <a:ext cx="968278" cy="668568"/>
            </a:xfrm>
            <a:custGeom>
              <a:avLst/>
              <a:gdLst/>
              <a:ahLst/>
              <a:cxnLst/>
              <a:rect l="l" t="t" r="r" b="b"/>
              <a:pathLst>
                <a:path w="16173" h="11167" fill="none" extrusionOk="0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8"/>
            <p:cNvSpPr/>
            <p:nvPr/>
          </p:nvSpPr>
          <p:spPr>
            <a:xfrm rot="10800000" flipH="1">
              <a:off x="3424987" y="-200801"/>
              <a:ext cx="2993979" cy="1040720"/>
            </a:xfrm>
            <a:custGeom>
              <a:avLst/>
              <a:gdLst/>
              <a:ahLst/>
              <a:cxnLst/>
              <a:rect l="l" t="t" r="r" b="b"/>
              <a:pathLst>
                <a:path w="50008" h="17383" fill="none" extrusionOk="0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8"/>
            <p:cNvSpPr/>
            <p:nvPr/>
          </p:nvSpPr>
          <p:spPr>
            <a:xfrm rot="10800000" flipH="1">
              <a:off x="2657274" y="-130573"/>
              <a:ext cx="1672528" cy="301984"/>
            </a:xfrm>
            <a:custGeom>
              <a:avLst/>
              <a:gdLst/>
              <a:ahLst/>
              <a:cxnLst/>
              <a:rect l="l" t="t" r="r" b="b"/>
              <a:pathLst>
                <a:path w="27936" h="5044" fill="none" extrusionOk="0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8"/>
            <p:cNvSpPr/>
            <p:nvPr/>
          </p:nvSpPr>
          <p:spPr>
            <a:xfrm rot="10800000" flipH="1">
              <a:off x="3131923" y="683898"/>
              <a:ext cx="1295886" cy="656355"/>
            </a:xfrm>
            <a:custGeom>
              <a:avLst/>
              <a:gdLst/>
              <a:ahLst/>
              <a:cxnLst/>
              <a:rect l="l" t="t" r="r" b="b"/>
              <a:pathLst>
                <a:path w="21645" h="10963" fill="none" extrusionOk="0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8"/>
            <p:cNvSpPr/>
            <p:nvPr/>
          </p:nvSpPr>
          <p:spPr>
            <a:xfrm rot="10800000" flipH="1">
              <a:off x="3131923" y="7547"/>
              <a:ext cx="294201" cy="1332706"/>
            </a:xfrm>
            <a:custGeom>
              <a:avLst/>
              <a:gdLst/>
              <a:ahLst/>
              <a:cxnLst/>
              <a:rect l="l" t="t" r="r" b="b"/>
              <a:pathLst>
                <a:path w="4914" h="22260" fill="none" extrusionOk="0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86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8"/>
            <p:cNvSpPr/>
            <p:nvPr/>
          </p:nvSpPr>
          <p:spPr>
            <a:xfrm rot="10800000" flipH="1">
              <a:off x="3383736" y="-33644"/>
              <a:ext cx="83638" cy="83579"/>
            </a:xfrm>
            <a:custGeom>
              <a:avLst/>
              <a:gdLst/>
              <a:ahLst/>
              <a:cxnLst/>
              <a:rect l="l" t="t" r="r" b="b"/>
              <a:pathLst>
                <a:path w="1397" h="1396" extrusionOk="0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8"/>
            <p:cNvSpPr/>
            <p:nvPr/>
          </p:nvSpPr>
          <p:spPr>
            <a:xfrm rot="10800000" flipH="1">
              <a:off x="3568675" y="642648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8"/>
            <p:cNvSpPr/>
            <p:nvPr/>
          </p:nvSpPr>
          <p:spPr>
            <a:xfrm rot="10800000" flipH="1">
              <a:off x="4385421" y="673840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8"/>
            <p:cNvSpPr/>
            <p:nvPr/>
          </p:nvSpPr>
          <p:spPr>
            <a:xfrm rot="10800000" flipH="1">
              <a:off x="4772062" y="-243129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8"/>
            <p:cNvSpPr/>
            <p:nvPr/>
          </p:nvSpPr>
          <p:spPr>
            <a:xfrm rot="10800000" flipH="1">
              <a:off x="2616023" y="-172961"/>
              <a:ext cx="83638" cy="83638"/>
            </a:xfrm>
            <a:custGeom>
              <a:avLst/>
              <a:gdLst/>
              <a:ahLst/>
              <a:cxnLst/>
              <a:rect l="l" t="t" r="r" b="b"/>
              <a:pathLst>
                <a:path w="1397" h="1397" extrusionOk="0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8"/>
            <p:cNvSpPr/>
            <p:nvPr/>
          </p:nvSpPr>
          <p:spPr>
            <a:xfrm rot="10800000" flipH="1">
              <a:off x="3173173" y="-61543"/>
              <a:ext cx="55739" cy="55799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8"/>
            <p:cNvSpPr/>
            <p:nvPr/>
          </p:nvSpPr>
          <p:spPr>
            <a:xfrm rot="10800000" flipH="1">
              <a:off x="4113551" y="529015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8"/>
            <p:cNvSpPr/>
            <p:nvPr/>
          </p:nvSpPr>
          <p:spPr>
            <a:xfrm rot="10800000" flipH="1">
              <a:off x="3228852" y="729579"/>
              <a:ext cx="55799" cy="55799"/>
            </a:xfrm>
            <a:custGeom>
              <a:avLst/>
              <a:gdLst/>
              <a:ahLst/>
              <a:cxnLst/>
              <a:rect l="l" t="t" r="r" b="b"/>
              <a:pathLst>
                <a:path w="932" h="932" extrusionOk="0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8"/>
            <p:cNvSpPr/>
            <p:nvPr/>
          </p:nvSpPr>
          <p:spPr>
            <a:xfrm rot="10800000" flipH="1">
              <a:off x="4863423" y="755742"/>
              <a:ext cx="61367" cy="56098"/>
            </a:xfrm>
            <a:custGeom>
              <a:avLst/>
              <a:gdLst/>
              <a:ahLst/>
              <a:cxnLst/>
              <a:rect l="l" t="t" r="r" b="b"/>
              <a:pathLst>
                <a:path w="1025" h="937" extrusionOk="0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8"/>
            <p:cNvSpPr/>
            <p:nvPr/>
          </p:nvSpPr>
          <p:spPr>
            <a:xfrm rot="10800000" flipH="1">
              <a:off x="5760396" y="600859"/>
              <a:ext cx="61307" cy="55799"/>
            </a:xfrm>
            <a:custGeom>
              <a:avLst/>
              <a:gdLst/>
              <a:ahLst/>
              <a:cxnLst/>
              <a:rect l="l" t="t" r="r" b="b"/>
              <a:pathLst>
                <a:path w="1024" h="932" extrusionOk="0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8"/>
            <p:cNvSpPr/>
            <p:nvPr/>
          </p:nvSpPr>
          <p:spPr>
            <a:xfrm rot="10800000" flipH="1">
              <a:off x="6388791" y="331264"/>
              <a:ext cx="61367" cy="55739"/>
            </a:xfrm>
            <a:custGeom>
              <a:avLst/>
              <a:gdLst/>
              <a:ahLst/>
              <a:cxnLst/>
              <a:rect l="l" t="t" r="r" b="b"/>
              <a:pathLst>
                <a:path w="1025" h="931" extrusionOk="0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8"/>
            <p:cNvSpPr/>
            <p:nvPr/>
          </p:nvSpPr>
          <p:spPr>
            <a:xfrm rot="10800000" flipH="1">
              <a:off x="4896831" y="73284"/>
              <a:ext cx="195056" cy="195056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42" name="Google Shape;1342;p38"/>
          <p:cNvPicPr preferRelativeResize="0"/>
          <p:nvPr/>
        </p:nvPicPr>
        <p:blipFill rotWithShape="1">
          <a:blip r:embed="rId2">
            <a:alphaModFix/>
          </a:blip>
          <a:srcRect l="1662" t="3955" r="1672" b="1855"/>
          <a:stretch/>
        </p:blipFill>
        <p:spPr>
          <a:xfrm rot="4624714">
            <a:off x="-4418037" y="-933935"/>
            <a:ext cx="8830246" cy="5339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T Sans Narrow"/>
              <a:buChar char="●"/>
              <a:defRPr sz="18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○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■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●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○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■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●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○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■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39"/>
          <p:cNvSpPr txBox="1">
            <a:spLocks noGrp="1"/>
          </p:cNvSpPr>
          <p:nvPr>
            <p:ph type="ctrTitle" idx="4294967295"/>
          </p:nvPr>
        </p:nvSpPr>
        <p:spPr>
          <a:xfrm>
            <a:off x="1390750" y="1277900"/>
            <a:ext cx="65988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Автоматический поиск семантически близких сущностей и их русских эквивалентов с использованием NER</a:t>
            </a:r>
            <a:endParaRPr b="1" dirty="0"/>
          </a:p>
        </p:txBody>
      </p:sp>
      <p:sp>
        <p:nvSpPr>
          <p:cNvPr id="1348" name="Google Shape;1348;p39"/>
          <p:cNvSpPr txBox="1"/>
          <p:nvPr/>
        </p:nvSpPr>
        <p:spPr>
          <a:xfrm>
            <a:off x="1811250" y="3422375"/>
            <a:ext cx="55746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rPr>
              <a:t>Состав команды: Акбаев Руслан, Яньков Даниил</a:t>
            </a:r>
            <a:endParaRPr sz="800">
              <a:solidFill>
                <a:schemeClr val="dk2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cxnSp>
        <p:nvCxnSpPr>
          <p:cNvPr id="1349" name="Google Shape;1349;p39"/>
          <p:cNvCxnSpPr/>
          <p:nvPr/>
        </p:nvCxnSpPr>
        <p:spPr>
          <a:xfrm rot="10800000" flipH="1">
            <a:off x="2161800" y="3315050"/>
            <a:ext cx="4873500" cy="12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40"/>
          <p:cNvSpPr txBox="1">
            <a:spLocks noGrp="1"/>
          </p:cNvSpPr>
          <p:nvPr>
            <p:ph type="body" idx="1"/>
          </p:nvPr>
        </p:nvSpPr>
        <p:spPr>
          <a:xfrm>
            <a:off x="843000" y="1152475"/>
            <a:ext cx="7458000" cy="34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</a:rPr>
              <a:t>Цель: </a:t>
            </a:r>
            <a:r>
              <a:rPr lang="en" sz="2000">
                <a:solidFill>
                  <a:srgbClr val="434343"/>
                </a:solidFill>
              </a:rPr>
              <a:t>Упростить поиск </a:t>
            </a:r>
            <a:r>
              <a:rPr lang="en" sz="2000" u="sng">
                <a:solidFill>
                  <a:srgbClr val="434343"/>
                </a:solidFill>
              </a:rPr>
              <a:t>любой</a:t>
            </a:r>
            <a:r>
              <a:rPr lang="en" sz="2000">
                <a:solidFill>
                  <a:srgbClr val="434343"/>
                </a:solidFill>
              </a:rPr>
              <a:t> информации по ключевому слову при помощи языкового алгоритма </a:t>
            </a:r>
            <a:r>
              <a:rPr lang="en" sz="2000" b="1">
                <a:solidFill>
                  <a:srgbClr val="434343"/>
                </a:solidFill>
              </a:rPr>
              <a:t>NER (Named Entity Recognition) </a:t>
            </a:r>
            <a:r>
              <a:rPr lang="en" sz="2000">
                <a:solidFill>
                  <a:srgbClr val="434343"/>
                </a:solidFill>
              </a:rPr>
              <a:t>с определением русского эквивалента и типа именованной сущности.</a:t>
            </a:r>
            <a:br>
              <a:rPr lang="en" sz="2000" b="1">
                <a:solidFill>
                  <a:srgbClr val="434343"/>
                </a:solidFill>
              </a:rPr>
            </a:br>
            <a:endParaRPr sz="2000" b="1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</a:rPr>
              <a:t>Задачи:</a:t>
            </a:r>
            <a:endParaRPr sz="20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1. Определить этапы работы над проектом;</a:t>
            </a:r>
            <a:endParaRPr sz="20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2. Выбрать используемые в создании модели библиотеки;</a:t>
            </a:r>
            <a:endParaRPr sz="20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3. Спроектировать модель;</a:t>
            </a:r>
            <a:endParaRPr sz="20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4. Отобрать текстовые материалы и провести тесты;</a:t>
            </a:r>
            <a:endParaRPr sz="20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5. Выпустить алгоритм в массы.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1355" name="Google Shape;1355;p40"/>
          <p:cNvSpPr txBox="1">
            <a:spLocks noGrp="1"/>
          </p:cNvSpPr>
          <p:nvPr>
            <p:ph type="title"/>
          </p:nvPr>
        </p:nvSpPr>
        <p:spPr>
          <a:xfrm>
            <a:off x="713100" y="3412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/>
              <a:t>О проекте</a:t>
            </a:r>
            <a:endParaRPr sz="39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41"/>
          <p:cNvSpPr txBox="1">
            <a:spLocks noGrp="1"/>
          </p:cNvSpPr>
          <p:nvPr>
            <p:ph type="body" idx="1"/>
          </p:nvPr>
        </p:nvSpPr>
        <p:spPr>
          <a:xfrm>
            <a:off x="1245725" y="1581850"/>
            <a:ext cx="6799500" cy="30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 b="1"/>
              <a:t>SpaCy</a:t>
            </a:r>
            <a:br>
              <a:rPr lang="en" sz="2000" b="1"/>
            </a:br>
            <a:r>
              <a:rPr lang="en" sz="2000"/>
              <a:t>Основная библиотека для поиска именованных сущностей, автоматического препроцессинга и векторизации.</a:t>
            </a:r>
            <a:endParaRPr sz="200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 b="1"/>
              <a:t>SciPy</a:t>
            </a:r>
            <a:br>
              <a:rPr lang="en" sz="2000" b="1"/>
            </a:br>
            <a:r>
              <a:rPr lang="en" sz="2000"/>
              <a:t>Библиотека, расширяющая возможности NumPy, для использования функции косинуса в векторизации.</a:t>
            </a:r>
            <a:endParaRPr sz="200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 b="1"/>
              <a:t>DeepTranslator</a:t>
            </a:r>
            <a:br>
              <a:rPr lang="en" sz="2000" b="1"/>
            </a:br>
            <a:r>
              <a:rPr lang="en" sz="2000"/>
              <a:t>Библиотека для автоматического перевода текста.</a:t>
            </a:r>
            <a:endParaRPr sz="2000" b="1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 b="1"/>
              <a:t>en_core_web_lg</a:t>
            </a:r>
            <a:br>
              <a:rPr lang="en" sz="2000" b="1"/>
            </a:br>
            <a:r>
              <a:rPr lang="en" sz="2000"/>
              <a:t>Модель включающая в себя ~600.000 английских слов, где каждое слово представлено вектором из 300 чисел (GloVe).</a:t>
            </a:r>
            <a:endParaRPr sz="2000"/>
          </a:p>
        </p:txBody>
      </p:sp>
      <p:sp>
        <p:nvSpPr>
          <p:cNvPr id="1361" name="Google Shape;1361;p41"/>
          <p:cNvSpPr txBox="1">
            <a:spLocks noGrp="1"/>
          </p:cNvSpPr>
          <p:nvPr>
            <p:ph type="title"/>
          </p:nvPr>
        </p:nvSpPr>
        <p:spPr>
          <a:xfrm>
            <a:off x="713100" y="3412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/>
              <a:t>Используемый инструментарий</a:t>
            </a:r>
            <a:endParaRPr sz="39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42"/>
          <p:cNvSpPr txBox="1">
            <a:spLocks noGrp="1"/>
          </p:cNvSpPr>
          <p:nvPr>
            <p:ph type="title"/>
          </p:nvPr>
        </p:nvSpPr>
        <p:spPr>
          <a:xfrm>
            <a:off x="713100" y="279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/>
              <a:t>Отбор текстов</a:t>
            </a:r>
            <a:endParaRPr sz="3900" b="1"/>
          </a:p>
        </p:txBody>
      </p:sp>
      <p:graphicFrame>
        <p:nvGraphicFramePr>
          <p:cNvPr id="1367" name="Google Shape;1367;p42"/>
          <p:cNvGraphicFramePr/>
          <p:nvPr/>
        </p:nvGraphicFramePr>
        <p:xfrm>
          <a:off x="1937750" y="77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{208DDD96-1C10-4764-9171-92D80C2AFF9C}</a:tableStyleId>
              </a:tblPr>
              <a:tblGrid>
                <a:gridCol w="263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 b="1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Название</a:t>
                      </a:r>
                      <a:endParaRPr sz="1900" b="1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 b="1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Область</a:t>
                      </a:r>
                      <a:endParaRPr sz="1900" b="1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THE ILIAD OF HOMER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Мифология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THE 100 BEST MOVIES OF THE 21st CENTURY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Фильмы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COMMON SENSE By Thomas Paine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История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GRAVEYARD OF DREAMS By Beam Piper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Космос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9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FAIRY TALES EVERY CHILD SHOULD KNOW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Сказки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43"/>
          <p:cNvSpPr txBox="1">
            <a:spLocks noGrp="1"/>
          </p:cNvSpPr>
          <p:nvPr>
            <p:ph type="title"/>
          </p:nvPr>
        </p:nvSpPr>
        <p:spPr>
          <a:xfrm>
            <a:off x="1762500" y="327425"/>
            <a:ext cx="5619000" cy="13128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/>
              <a:t>1 879 551 </a:t>
            </a:r>
            <a:endParaRPr sz="39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/>
              <a:t>символов</a:t>
            </a:r>
            <a:endParaRPr sz="3900" b="1"/>
          </a:p>
        </p:txBody>
      </p:sp>
      <p:sp>
        <p:nvSpPr>
          <p:cNvPr id="1373" name="Google Shape;1373;p43"/>
          <p:cNvSpPr txBox="1">
            <a:spLocks noGrp="1"/>
          </p:cNvSpPr>
          <p:nvPr>
            <p:ph type="title"/>
          </p:nvPr>
        </p:nvSpPr>
        <p:spPr>
          <a:xfrm>
            <a:off x="1762500" y="2028250"/>
            <a:ext cx="5619000" cy="12663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/>
              <a:t>274 75</a:t>
            </a:r>
            <a:endParaRPr sz="39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/>
              <a:t>слов</a:t>
            </a:r>
            <a:endParaRPr sz="3900" b="1"/>
          </a:p>
        </p:txBody>
      </p:sp>
      <p:sp>
        <p:nvSpPr>
          <p:cNvPr id="1374" name="Google Shape;1374;p43"/>
          <p:cNvSpPr txBox="1">
            <a:spLocks noGrp="1"/>
          </p:cNvSpPr>
          <p:nvPr>
            <p:ph type="title"/>
          </p:nvPr>
        </p:nvSpPr>
        <p:spPr>
          <a:xfrm>
            <a:off x="1762500" y="3613000"/>
            <a:ext cx="5619000" cy="13128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/>
              <a:t>2001 </a:t>
            </a:r>
            <a:endParaRPr sz="39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/>
              <a:t>сущность</a:t>
            </a:r>
            <a:endParaRPr sz="39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9" name="Google Shape;137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50" y="742800"/>
            <a:ext cx="8839203" cy="547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750" y="1494525"/>
            <a:ext cx="883920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44"/>
          <p:cNvSpPr txBox="1">
            <a:spLocks noGrp="1"/>
          </p:cNvSpPr>
          <p:nvPr>
            <p:ph type="title"/>
          </p:nvPr>
        </p:nvSpPr>
        <p:spPr>
          <a:xfrm>
            <a:off x="713100" y="279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/>
              <a:t>Демонстрация вывода</a:t>
            </a:r>
            <a:endParaRPr sz="39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45"/>
          <p:cNvSpPr txBox="1">
            <a:spLocks noGrp="1"/>
          </p:cNvSpPr>
          <p:nvPr>
            <p:ph type="title"/>
          </p:nvPr>
        </p:nvSpPr>
        <p:spPr>
          <a:xfrm>
            <a:off x="713100" y="279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/>
              <a:t>Возникшие проблемы</a:t>
            </a:r>
            <a:endParaRPr sz="3900" b="1"/>
          </a:p>
        </p:txBody>
      </p:sp>
      <p:sp>
        <p:nvSpPr>
          <p:cNvPr id="1387" name="Google Shape;1387;p45"/>
          <p:cNvSpPr txBox="1">
            <a:spLocks noGrp="1"/>
          </p:cNvSpPr>
          <p:nvPr>
            <p:ph type="body" idx="1"/>
          </p:nvPr>
        </p:nvSpPr>
        <p:spPr>
          <a:xfrm>
            <a:off x="1227850" y="1152475"/>
            <a:ext cx="6799500" cy="30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 b="1"/>
              <a:t>Недостоверное определение типа сущности;</a:t>
            </a:r>
            <a:br>
              <a:rPr lang="en" sz="2300" b="1"/>
            </a:br>
            <a:r>
              <a:rPr lang="en" sz="1700" b="1"/>
              <a:t>Модель не знает, а “прогнозирует” сущность.</a:t>
            </a:r>
            <a:endParaRPr sz="1500" b="1"/>
          </a:p>
          <a:p>
            <a:pPr marL="457200" lvl="0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 b="1"/>
              <a:t>“Сырой” текст;</a:t>
            </a:r>
            <a:br>
              <a:rPr lang="en" sz="2300" b="1"/>
            </a:br>
            <a:r>
              <a:rPr lang="en" sz="1700" b="1"/>
              <a:t>Вручную текст не был обработан, а использование автоматических методов исказило бы всю информацию в целом.</a:t>
            </a:r>
            <a:endParaRPr sz="2300" b="1"/>
          </a:p>
          <a:p>
            <a:pPr marL="457200" lvl="0" indent="-37465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300"/>
              <a:buAutoNum type="arabicPeriod"/>
            </a:pPr>
            <a:r>
              <a:rPr lang="en" sz="2300" b="1"/>
              <a:t>Ограничения готовых моделей.</a:t>
            </a:r>
            <a:br>
              <a:rPr lang="en" sz="2300" b="1"/>
            </a:br>
            <a:r>
              <a:rPr lang="en" sz="1700" b="1"/>
              <a:t>В алгоритме используются готовые библиотеки, направленные на общие цели, отчего и возникают периодические неточности в выводе.</a:t>
            </a:r>
            <a:endParaRPr sz="23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46"/>
          <p:cNvSpPr txBox="1">
            <a:spLocks noGrp="1"/>
          </p:cNvSpPr>
          <p:nvPr>
            <p:ph type="title"/>
          </p:nvPr>
        </p:nvSpPr>
        <p:spPr>
          <a:xfrm>
            <a:off x="713100" y="279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/>
              <a:t>Вывод</a:t>
            </a:r>
            <a:endParaRPr sz="3900" b="1"/>
          </a:p>
        </p:txBody>
      </p:sp>
      <p:sp>
        <p:nvSpPr>
          <p:cNvPr id="1393" name="Google Shape;1393;p46"/>
          <p:cNvSpPr txBox="1">
            <a:spLocks noGrp="1"/>
          </p:cNvSpPr>
          <p:nvPr>
            <p:ph type="body" idx="1"/>
          </p:nvPr>
        </p:nvSpPr>
        <p:spPr>
          <a:xfrm>
            <a:off x="1280150" y="1591950"/>
            <a:ext cx="7458000" cy="20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366256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 b="1"/>
              <a:t>Поиск близких по семантике сущностей - ✅</a:t>
            </a:r>
            <a:endParaRPr sz="2000" b="1"/>
          </a:p>
          <a:p>
            <a:pPr marL="457200" marR="366256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 b="1"/>
              <a:t>Автоматический перевод - ✅</a:t>
            </a:r>
            <a:endParaRPr sz="2000" b="1"/>
          </a:p>
          <a:p>
            <a:pPr marL="457200" marR="366256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 b="1"/>
              <a:t>Определение типа сущности - 50/50</a:t>
            </a:r>
            <a:endParaRPr sz="2000" b="1"/>
          </a:p>
          <a:p>
            <a:pPr marL="0" marR="366256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  <a:p>
            <a:pPr marL="0" marR="366256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Большинство проблем решается более качественным препроцессингом текста или улучшением алгоритмов.</a:t>
            </a:r>
            <a:endParaRPr sz="2000" b="1"/>
          </a:p>
        </p:txBody>
      </p:sp>
      <p:cxnSp>
        <p:nvCxnSpPr>
          <p:cNvPr id="1394" name="Google Shape;1394;p46"/>
          <p:cNvCxnSpPr/>
          <p:nvPr/>
        </p:nvCxnSpPr>
        <p:spPr>
          <a:xfrm rot="10800000" flipH="1">
            <a:off x="1266350" y="1507050"/>
            <a:ext cx="6642900" cy="18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5" name="Google Shape;1395;p46"/>
          <p:cNvCxnSpPr/>
          <p:nvPr/>
        </p:nvCxnSpPr>
        <p:spPr>
          <a:xfrm rot="10800000" flipH="1">
            <a:off x="1250550" y="3703350"/>
            <a:ext cx="6642900" cy="18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Language Arts Subject for Middle School - 7th Grade: Vocabulary Skills by Slidesgo">
  <a:themeElements>
    <a:clrScheme name="Simple Light">
      <a:dk1>
        <a:srgbClr val="162C39"/>
      </a:dk1>
      <a:lt1>
        <a:srgbClr val="FDE8CD"/>
      </a:lt1>
      <a:dk2>
        <a:srgbClr val="3C515B"/>
      </a:dk2>
      <a:lt2>
        <a:srgbClr val="FF6261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C515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Экран (16:9)</PresentationFormat>
  <Paragraphs>45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Krona One</vt:lpstr>
      <vt:lpstr>Passion One</vt:lpstr>
      <vt:lpstr>Arial</vt:lpstr>
      <vt:lpstr>PT Sans Narrow</vt:lpstr>
      <vt:lpstr>PT Sans</vt:lpstr>
      <vt:lpstr>Language Arts Subject for Middle School - 7th Grade: Vocabulary Skills by Slidesgo</vt:lpstr>
      <vt:lpstr>Автоматический поиск семантически близких сущностей и их русских эквивалентов с использованием NER</vt:lpstr>
      <vt:lpstr>О проекте</vt:lpstr>
      <vt:lpstr>Используемый инструментарий</vt:lpstr>
      <vt:lpstr>Отбор текстов</vt:lpstr>
      <vt:lpstr>1 879 551  символов</vt:lpstr>
      <vt:lpstr>Демонстрация вывода</vt:lpstr>
      <vt:lpstr>Возникшие проблемы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Руслан Акбаев</cp:lastModifiedBy>
  <cp:revision>1</cp:revision>
  <dcterms:modified xsi:type="dcterms:W3CDTF">2026-01-19T05:56:59Z</dcterms:modified>
</cp:coreProperties>
</file>