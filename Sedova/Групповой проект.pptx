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E4B35-59AB-4755-8594-2DEEAECD0F4A}" v="17" dt="2026-01-13T11:49:31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рина Седова" userId="372197ac8d3d7737" providerId="LiveId" clId="{36C2B3BC-205F-4E13-BDE2-B003317675B9}"/>
    <pc:docChg chg="undo custSel addSld modSld sldOrd">
      <pc:chgData name="Ирина Седова" userId="372197ac8d3d7737" providerId="LiveId" clId="{36C2B3BC-205F-4E13-BDE2-B003317675B9}" dt="2026-01-14T09:24:50.444" v="1385" actId="20577"/>
      <pc:docMkLst>
        <pc:docMk/>
      </pc:docMkLst>
      <pc:sldChg chg="delSp modSp new mod">
        <pc:chgData name="Ирина Седова" userId="372197ac8d3d7737" providerId="LiveId" clId="{36C2B3BC-205F-4E13-BDE2-B003317675B9}" dt="2026-01-13T02:51:27.674" v="515" actId="2711"/>
        <pc:sldMkLst>
          <pc:docMk/>
          <pc:sldMk cId="1069484074" sldId="256"/>
        </pc:sldMkLst>
        <pc:spChg chg="mod">
          <ac:chgData name="Ирина Седова" userId="372197ac8d3d7737" providerId="LiveId" clId="{36C2B3BC-205F-4E13-BDE2-B003317675B9}" dt="2026-01-13T02:51:27.674" v="515" actId="2711"/>
          <ac:spMkLst>
            <pc:docMk/>
            <pc:sldMk cId="1069484074" sldId="256"/>
            <ac:spMk id="2" creationId="{73D88FB3-8B81-557C-8731-8E1F0E913EB9}"/>
          </ac:spMkLst>
        </pc:spChg>
      </pc:sldChg>
      <pc:sldChg chg="delSp modSp new mod">
        <pc:chgData name="Ирина Седова" userId="372197ac8d3d7737" providerId="LiveId" clId="{36C2B3BC-205F-4E13-BDE2-B003317675B9}" dt="2026-01-14T09:22:34.162" v="1384" actId="20577"/>
        <pc:sldMkLst>
          <pc:docMk/>
          <pc:sldMk cId="342996424" sldId="257"/>
        </pc:sldMkLst>
        <pc:spChg chg="mod">
          <ac:chgData name="Ирина Седова" userId="372197ac8d3d7737" providerId="LiveId" clId="{36C2B3BC-205F-4E13-BDE2-B003317675B9}" dt="2026-01-14T09:22:34.162" v="1384" actId="20577"/>
          <ac:spMkLst>
            <pc:docMk/>
            <pc:sldMk cId="342996424" sldId="257"/>
            <ac:spMk id="3" creationId="{2784D093-1160-6552-1209-651A687643BF}"/>
          </ac:spMkLst>
        </pc:spChg>
      </pc:sldChg>
      <pc:sldChg chg="modSp mod">
        <pc:chgData name="Ирина Седова" userId="372197ac8d3d7737" providerId="LiveId" clId="{36C2B3BC-205F-4E13-BDE2-B003317675B9}" dt="2026-01-14T09:24:50.444" v="1385" actId="20577"/>
        <pc:sldMkLst>
          <pc:docMk/>
          <pc:sldMk cId="1977716730" sldId="258"/>
        </pc:sldMkLst>
        <pc:spChg chg="mod">
          <ac:chgData name="Ирина Седова" userId="372197ac8d3d7737" providerId="LiveId" clId="{36C2B3BC-205F-4E13-BDE2-B003317675B9}" dt="2026-01-13T02:51:49.936" v="518" actId="2711"/>
          <ac:spMkLst>
            <pc:docMk/>
            <pc:sldMk cId="1977716730" sldId="258"/>
            <ac:spMk id="2" creationId="{70C406B0-16C9-696C-A69B-6D584137D103}"/>
          </ac:spMkLst>
        </pc:spChg>
        <pc:spChg chg="mod">
          <ac:chgData name="Ирина Седова" userId="372197ac8d3d7737" providerId="LiveId" clId="{36C2B3BC-205F-4E13-BDE2-B003317675B9}" dt="2026-01-13T02:51:59.509" v="520" actId="2711"/>
          <ac:spMkLst>
            <pc:docMk/>
            <pc:sldMk cId="1977716730" sldId="258"/>
            <ac:spMk id="3" creationId="{8D65B34B-4279-E68A-2CD5-800795668D02}"/>
          </ac:spMkLst>
        </pc:spChg>
        <pc:spChg chg="mod">
          <ac:chgData name="Ирина Седова" userId="372197ac8d3d7737" providerId="LiveId" clId="{36C2B3BC-205F-4E13-BDE2-B003317675B9}" dt="2026-01-14T09:24:50.444" v="1385" actId="20577"/>
          <ac:spMkLst>
            <pc:docMk/>
            <pc:sldMk cId="1977716730" sldId="258"/>
            <ac:spMk id="4" creationId="{21D90A26-2498-FAB0-88F8-8114BA841DD5}"/>
          </ac:spMkLst>
        </pc:spChg>
        <pc:spChg chg="mod">
          <ac:chgData name="Ирина Седова" userId="372197ac8d3d7737" providerId="LiveId" clId="{36C2B3BC-205F-4E13-BDE2-B003317675B9}" dt="2026-01-13T02:51:53.927" v="519" actId="2711"/>
          <ac:spMkLst>
            <pc:docMk/>
            <pc:sldMk cId="1977716730" sldId="258"/>
            <ac:spMk id="5" creationId="{B32A2889-8F15-F631-DF58-F8BBE9D7AB9E}"/>
          </ac:spMkLst>
        </pc:spChg>
        <pc:spChg chg="mod">
          <ac:chgData name="Ирина Седова" userId="372197ac8d3d7737" providerId="LiveId" clId="{36C2B3BC-205F-4E13-BDE2-B003317675B9}" dt="2026-01-13T02:52:06.047" v="521" actId="2711"/>
          <ac:spMkLst>
            <pc:docMk/>
            <pc:sldMk cId="1977716730" sldId="258"/>
            <ac:spMk id="7" creationId="{E2C853EC-1A28-00DB-A672-6D501B01F3BD}"/>
          </ac:spMkLst>
        </pc:spChg>
        <pc:spChg chg="mod">
          <ac:chgData name="Ирина Седова" userId="372197ac8d3d7737" providerId="LiveId" clId="{36C2B3BC-205F-4E13-BDE2-B003317675B9}" dt="2026-01-13T02:52:15.952" v="523" actId="2711"/>
          <ac:spMkLst>
            <pc:docMk/>
            <pc:sldMk cId="1977716730" sldId="258"/>
            <ac:spMk id="9" creationId="{A7FEBB20-5514-9F99-B062-DB5FBEAE15B9}"/>
          </ac:spMkLst>
        </pc:spChg>
      </pc:sldChg>
      <pc:sldChg chg="modSp mod">
        <pc:chgData name="Ирина Седова" userId="372197ac8d3d7737" providerId="LiveId" clId="{36C2B3BC-205F-4E13-BDE2-B003317675B9}" dt="2026-01-13T02:51:43.809" v="517" actId="2711"/>
        <pc:sldMkLst>
          <pc:docMk/>
          <pc:sldMk cId="2256561447" sldId="259"/>
        </pc:sldMkLst>
        <pc:spChg chg="mod">
          <ac:chgData name="Ирина Седова" userId="372197ac8d3d7737" providerId="LiveId" clId="{36C2B3BC-205F-4E13-BDE2-B003317675B9}" dt="2026-01-13T02:51:43.809" v="517" actId="2711"/>
          <ac:spMkLst>
            <pc:docMk/>
            <pc:sldMk cId="2256561447" sldId="259"/>
            <ac:spMk id="3" creationId="{8FAD8E7C-1701-EB45-7498-938C76397C87}"/>
          </ac:spMkLst>
        </pc:spChg>
      </pc:sldChg>
      <pc:sldChg chg="delSp modSp mod">
        <pc:chgData name="Ирина Седова" userId="372197ac8d3d7737" providerId="LiveId" clId="{36C2B3BC-205F-4E13-BDE2-B003317675B9}" dt="2026-01-13T11:54:00.319" v="1365" actId="1076"/>
        <pc:sldMkLst>
          <pc:docMk/>
          <pc:sldMk cId="7950814" sldId="260"/>
        </pc:sldMkLst>
        <pc:spChg chg="mod">
          <ac:chgData name="Ирина Седова" userId="372197ac8d3d7737" providerId="LiveId" clId="{36C2B3BC-205F-4E13-BDE2-B003317675B9}" dt="2026-01-13T11:54:00.319" v="1365" actId="1076"/>
          <ac:spMkLst>
            <pc:docMk/>
            <pc:sldMk cId="7950814" sldId="260"/>
            <ac:spMk id="2" creationId="{9AFD6BA3-0D58-4DF0-6987-261A293DD3C1}"/>
          </ac:spMkLst>
        </pc:spChg>
        <pc:spChg chg="mod">
          <ac:chgData name="Ирина Седова" userId="372197ac8d3d7737" providerId="LiveId" clId="{36C2B3BC-205F-4E13-BDE2-B003317675B9}" dt="2026-01-13T11:52:42.915" v="1349" actId="1076"/>
          <ac:spMkLst>
            <pc:docMk/>
            <pc:sldMk cId="7950814" sldId="260"/>
            <ac:spMk id="6" creationId="{57AFE1D5-AC0E-4EDB-59BD-09BB50007AE3}"/>
          </ac:spMkLst>
        </pc:spChg>
        <pc:spChg chg="del mod">
          <ac:chgData name="Ирина Седова" userId="372197ac8d3d7737" providerId="LiveId" clId="{36C2B3BC-205F-4E13-BDE2-B003317675B9}" dt="2026-01-13T11:20:59.143" v="912" actId="21"/>
          <ac:spMkLst>
            <pc:docMk/>
            <pc:sldMk cId="7950814" sldId="260"/>
            <ac:spMk id="11" creationId="{4215589B-AAFB-F81C-25F9-D785AB99188D}"/>
          </ac:spMkLst>
        </pc:spChg>
        <pc:spChg chg="mod">
          <ac:chgData name="Ирина Седова" userId="372197ac8d3d7737" providerId="LiveId" clId="{36C2B3BC-205F-4E13-BDE2-B003317675B9}" dt="2026-01-13T11:52:53.945" v="1351" actId="1076"/>
          <ac:spMkLst>
            <pc:docMk/>
            <pc:sldMk cId="7950814" sldId="260"/>
            <ac:spMk id="12" creationId="{6F488E4F-C5C3-2AAB-78ED-7EFA401B01EA}"/>
          </ac:spMkLst>
        </pc:spChg>
        <pc:spChg chg="mod">
          <ac:chgData name="Ирина Седова" userId="372197ac8d3d7737" providerId="LiveId" clId="{36C2B3BC-205F-4E13-BDE2-B003317675B9}" dt="2026-01-13T11:53:04.447" v="1354" actId="1076"/>
          <ac:spMkLst>
            <pc:docMk/>
            <pc:sldMk cId="7950814" sldId="260"/>
            <ac:spMk id="14" creationId="{6FB62EA5-EA1A-3537-5949-7EE7C1C1C2CC}"/>
          </ac:spMkLst>
        </pc:spChg>
      </pc:sldChg>
      <pc:sldChg chg="delSp modSp mod">
        <pc:chgData name="Ирина Седова" userId="372197ac8d3d7737" providerId="LiveId" clId="{36C2B3BC-205F-4E13-BDE2-B003317675B9}" dt="2026-01-13T11:53:47.616" v="1364" actId="1076"/>
        <pc:sldMkLst>
          <pc:docMk/>
          <pc:sldMk cId="545749279" sldId="261"/>
        </pc:sldMkLst>
        <pc:spChg chg="mod">
          <ac:chgData name="Ирина Седова" userId="372197ac8d3d7737" providerId="LiveId" clId="{36C2B3BC-205F-4E13-BDE2-B003317675B9}" dt="2026-01-13T03:01:28.377" v="673" actId="2711"/>
          <ac:spMkLst>
            <pc:docMk/>
            <pc:sldMk cId="545749279" sldId="261"/>
            <ac:spMk id="2" creationId="{2E8CF26C-F65F-493C-F903-E2F1D834DE93}"/>
          </ac:spMkLst>
        </pc:spChg>
        <pc:spChg chg="mod">
          <ac:chgData name="Ирина Седова" userId="372197ac8d3d7737" providerId="LiveId" clId="{36C2B3BC-205F-4E13-BDE2-B003317675B9}" dt="2026-01-13T11:53:30.705" v="1359" actId="1076"/>
          <ac:spMkLst>
            <pc:docMk/>
            <pc:sldMk cId="545749279" sldId="261"/>
            <ac:spMk id="6" creationId="{0A763E73-073C-5117-D25F-45505A07F499}"/>
          </ac:spMkLst>
        </pc:spChg>
        <pc:spChg chg="del mod">
          <ac:chgData name="Ирина Седова" userId="372197ac8d3d7737" providerId="LiveId" clId="{36C2B3BC-205F-4E13-BDE2-B003317675B9}" dt="2026-01-13T11:20:02.399" v="874" actId="21"/>
          <ac:spMkLst>
            <pc:docMk/>
            <pc:sldMk cId="545749279" sldId="261"/>
            <ac:spMk id="11" creationId="{224D12B9-5A63-198A-DBA8-FD0B4120E387}"/>
          </ac:spMkLst>
        </pc:spChg>
        <pc:spChg chg="mod">
          <ac:chgData name="Ирина Седова" userId="372197ac8d3d7737" providerId="LiveId" clId="{36C2B3BC-205F-4E13-BDE2-B003317675B9}" dt="2026-01-13T11:53:47.616" v="1364" actId="1076"/>
          <ac:spMkLst>
            <pc:docMk/>
            <pc:sldMk cId="545749279" sldId="261"/>
            <ac:spMk id="12" creationId="{425E21DF-DF90-8474-9E19-17E9E9B2FFB6}"/>
          </ac:spMkLst>
        </pc:spChg>
        <pc:spChg chg="mod">
          <ac:chgData name="Ирина Седова" userId="372197ac8d3d7737" providerId="LiveId" clId="{36C2B3BC-205F-4E13-BDE2-B003317675B9}" dt="2026-01-13T11:53:40.841" v="1363" actId="1076"/>
          <ac:spMkLst>
            <pc:docMk/>
            <pc:sldMk cId="545749279" sldId="261"/>
            <ac:spMk id="14" creationId="{55D717EA-E536-BD0E-D90F-1455EB82CD38}"/>
          </ac:spMkLst>
        </pc:spChg>
      </pc:sldChg>
      <pc:sldChg chg="addSp modSp new mod">
        <pc:chgData name="Ирина Седова" userId="372197ac8d3d7737" providerId="LiveId" clId="{36C2B3BC-205F-4E13-BDE2-B003317675B9}" dt="2026-01-13T11:23:51.139" v="1015" actId="1076"/>
        <pc:sldMkLst>
          <pc:docMk/>
          <pc:sldMk cId="4004912881" sldId="262"/>
        </pc:sldMkLst>
        <pc:spChg chg="mod">
          <ac:chgData name="Ирина Седова" userId="372197ac8d3d7737" providerId="LiveId" clId="{36C2B3BC-205F-4E13-BDE2-B003317675B9}" dt="2026-01-13T11:22:46.669" v="1010" actId="1076"/>
          <ac:spMkLst>
            <pc:docMk/>
            <pc:sldMk cId="4004912881" sldId="262"/>
            <ac:spMk id="2" creationId="{27A1E7BB-460B-F899-F9BE-51345CEF9ED2}"/>
          </ac:spMkLst>
        </pc:spChg>
        <pc:spChg chg="mod">
          <ac:chgData name="Ирина Седова" userId="372197ac8d3d7737" providerId="LiveId" clId="{36C2B3BC-205F-4E13-BDE2-B003317675B9}" dt="2026-01-13T11:23:42.882" v="1014" actId="1076"/>
          <ac:spMkLst>
            <pc:docMk/>
            <pc:sldMk cId="4004912881" sldId="262"/>
            <ac:spMk id="3" creationId="{7362CD97-54E8-CDA1-36AE-E0FE07F9C6A0}"/>
          </ac:spMkLst>
        </pc:spChg>
        <pc:spChg chg="add mod">
          <ac:chgData name="Ирина Седова" userId="372197ac8d3d7737" providerId="LiveId" clId="{36C2B3BC-205F-4E13-BDE2-B003317675B9}" dt="2026-01-13T11:23:51.139" v="1015" actId="1076"/>
          <ac:spMkLst>
            <pc:docMk/>
            <pc:sldMk cId="4004912881" sldId="262"/>
            <ac:spMk id="4" creationId="{7FA1D000-65FC-55B1-F4A1-56FDE5045B63}"/>
          </ac:spMkLst>
        </pc:spChg>
        <pc:spChg chg="add mod">
          <ac:chgData name="Ирина Седова" userId="372197ac8d3d7737" providerId="LiveId" clId="{36C2B3BC-205F-4E13-BDE2-B003317675B9}" dt="2026-01-13T11:22:10.380" v="1004" actId="14100"/>
          <ac:spMkLst>
            <pc:docMk/>
            <pc:sldMk cId="4004912881" sldId="262"/>
            <ac:spMk id="11" creationId="{4215589B-AAFB-F81C-25F9-D785AB99188D}"/>
          </ac:spMkLst>
        </pc:spChg>
      </pc:sldChg>
      <pc:sldChg chg="modSp new mod">
        <pc:chgData name="Ирина Седова" userId="372197ac8d3d7737" providerId="LiveId" clId="{36C2B3BC-205F-4E13-BDE2-B003317675B9}" dt="2026-01-13T12:08:25.076" v="1379" actId="20577"/>
        <pc:sldMkLst>
          <pc:docMk/>
          <pc:sldMk cId="2788898354" sldId="263"/>
        </pc:sldMkLst>
        <pc:spChg chg="mod">
          <ac:chgData name="Ирина Седова" userId="372197ac8d3d7737" providerId="LiveId" clId="{36C2B3BC-205F-4E13-BDE2-B003317675B9}" dt="2026-01-13T11:25:08.640" v="1033" actId="1076"/>
          <ac:spMkLst>
            <pc:docMk/>
            <pc:sldMk cId="2788898354" sldId="263"/>
            <ac:spMk id="2" creationId="{2310D819-DB99-A18C-921D-5194541DFA36}"/>
          </ac:spMkLst>
        </pc:spChg>
        <pc:spChg chg="mod">
          <ac:chgData name="Ирина Седова" userId="372197ac8d3d7737" providerId="LiveId" clId="{36C2B3BC-205F-4E13-BDE2-B003317675B9}" dt="2026-01-13T12:08:25.076" v="1379" actId="20577"/>
          <ac:spMkLst>
            <pc:docMk/>
            <pc:sldMk cId="2788898354" sldId="263"/>
            <ac:spMk id="3" creationId="{D6870DC1-384B-F1D0-38F1-80B82586CAAF}"/>
          </ac:spMkLst>
        </pc:spChg>
      </pc:sldChg>
      <pc:sldChg chg="modSp add mod">
        <pc:chgData name="Ирина Седова" userId="372197ac8d3d7737" providerId="LiveId" clId="{36C2B3BC-205F-4E13-BDE2-B003317675B9}" dt="2026-01-13T11:42:12.644" v="1094" actId="403"/>
        <pc:sldMkLst>
          <pc:docMk/>
          <pc:sldMk cId="2815732556" sldId="264"/>
        </pc:sldMkLst>
        <pc:spChg chg="mod">
          <ac:chgData name="Ирина Седова" userId="372197ac8d3d7737" providerId="LiveId" clId="{36C2B3BC-205F-4E13-BDE2-B003317675B9}" dt="2026-01-13T11:42:12.644" v="1094" actId="403"/>
          <ac:spMkLst>
            <pc:docMk/>
            <pc:sldMk cId="2815732556" sldId="264"/>
            <ac:spMk id="3" creationId="{49A08565-74D1-554B-ABE2-726CAEF3CD77}"/>
          </ac:spMkLst>
        </pc:spChg>
      </pc:sldChg>
      <pc:sldChg chg="modSp add mod">
        <pc:chgData name="Ирина Седова" userId="372197ac8d3d7737" providerId="LiveId" clId="{36C2B3BC-205F-4E13-BDE2-B003317675B9}" dt="2026-01-13T11:42:06.849" v="1093" actId="403"/>
        <pc:sldMkLst>
          <pc:docMk/>
          <pc:sldMk cId="1921005766" sldId="265"/>
        </pc:sldMkLst>
        <pc:spChg chg="mod">
          <ac:chgData name="Ирина Седова" userId="372197ac8d3d7737" providerId="LiveId" clId="{36C2B3BC-205F-4E13-BDE2-B003317675B9}" dt="2026-01-13T11:42:06.849" v="1093" actId="403"/>
          <ac:spMkLst>
            <pc:docMk/>
            <pc:sldMk cId="1921005766" sldId="265"/>
            <ac:spMk id="3" creationId="{DF3387EB-888F-A1D7-C87D-9B62591493EB}"/>
          </ac:spMkLst>
        </pc:spChg>
      </pc:sldChg>
      <pc:sldChg chg="modSp add mod ord">
        <pc:chgData name="Ирина Седова" userId="372197ac8d3d7737" providerId="LiveId" clId="{36C2B3BC-205F-4E13-BDE2-B003317675B9}" dt="2026-01-13T12:11:17.263" v="1382" actId="403"/>
        <pc:sldMkLst>
          <pc:docMk/>
          <pc:sldMk cId="2703562376" sldId="266"/>
        </pc:sldMkLst>
        <pc:spChg chg="mod">
          <ac:chgData name="Ирина Седова" userId="372197ac8d3d7737" providerId="LiveId" clId="{36C2B3BC-205F-4E13-BDE2-B003317675B9}" dt="2026-01-13T12:11:17.263" v="1382" actId="403"/>
          <ac:spMkLst>
            <pc:docMk/>
            <pc:sldMk cId="2703562376" sldId="266"/>
            <ac:spMk id="3" creationId="{379C7F7E-DED3-974B-2137-B5405F3BA16E}"/>
          </ac:spMkLst>
        </pc:spChg>
      </pc:sldChg>
      <pc:sldChg chg="addSp modSp new mod">
        <pc:chgData name="Ирина Седова" userId="372197ac8d3d7737" providerId="LiveId" clId="{36C2B3BC-205F-4E13-BDE2-B003317675B9}" dt="2026-01-13T11:52:21.603" v="1347" actId="1076"/>
        <pc:sldMkLst>
          <pc:docMk/>
          <pc:sldMk cId="4078712711" sldId="267"/>
        </pc:sldMkLst>
        <pc:spChg chg="mod">
          <ac:chgData name="Ирина Седова" userId="372197ac8d3d7737" providerId="LiveId" clId="{36C2B3BC-205F-4E13-BDE2-B003317675B9}" dt="2026-01-13T11:43:23.157" v="1109" actId="1076"/>
          <ac:spMkLst>
            <pc:docMk/>
            <pc:sldMk cId="4078712711" sldId="267"/>
            <ac:spMk id="2" creationId="{33629360-108B-97E6-8BE3-608D764E479D}"/>
          </ac:spMkLst>
        </pc:spChg>
        <pc:spChg chg="add mod">
          <ac:chgData name="Ирина Седова" userId="372197ac8d3d7737" providerId="LiveId" clId="{36C2B3BC-205F-4E13-BDE2-B003317675B9}" dt="2026-01-13T11:52:21.603" v="1347" actId="1076"/>
          <ac:spMkLst>
            <pc:docMk/>
            <pc:sldMk cId="4078712711" sldId="267"/>
            <ac:spMk id="3" creationId="{932F8294-41C0-F98D-A534-F983F3BB182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9D922-BEFC-4688-B3C9-B8A57B5097C7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833EB-7F35-401A-8AA2-F99B5ED5B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08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833EB-7F35-401A-8AA2-F99B5ED5BF4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783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3025-9313-4456-EFA3-4F85754A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4745E2E-F98D-1459-EF07-E00544839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9D1D173-86CB-8101-6870-79753FACB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781832-B702-083A-8612-C64A0279E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833EB-7F35-401A-8AA2-F99B5ED5BF4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654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63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764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78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08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50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95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785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54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147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28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0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402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791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303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337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182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35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805EE-FF9C-4D57-91A0-3592B7F1B4B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6E347-88C1-445C-B726-D770A0F9F3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011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88FB3-8B81-557C-8731-8E1F0E913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572" y="3509963"/>
            <a:ext cx="9228456" cy="2387600"/>
          </a:xfrm>
        </p:spPr>
        <p:txBody>
          <a:bodyPr>
            <a:noAutofit/>
          </a:bodyPr>
          <a:lstStyle/>
          <a:p>
            <a:pPr algn="ctr"/>
            <a:r>
              <a:rPr lang="ru-RU" sz="4400" cap="none" dirty="0">
                <a:solidFill>
                  <a:schemeClr val="tx1">
                    <a:lumMod val="10000"/>
                  </a:schemeClr>
                </a:solidFill>
              </a:rPr>
              <a:t>Сравнительный лингвистический анализ текста оригинала и перевода с использованием автоматической </a:t>
            </a:r>
            <a:br>
              <a:rPr lang="ru-RU" sz="4400" cap="none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en-US" sz="4400" cap="none" dirty="0">
                <a:solidFill>
                  <a:schemeClr val="tx1">
                    <a:lumMod val="10000"/>
                  </a:schemeClr>
                </a:solidFill>
              </a:rPr>
              <a:t>POS</a:t>
            </a:r>
            <a:r>
              <a:rPr lang="ru-RU" sz="4400" cap="none" dirty="0">
                <a:solidFill>
                  <a:schemeClr val="tx1">
                    <a:lumMod val="10000"/>
                  </a:schemeClr>
                </a:solidFill>
              </a:rPr>
              <a:t>-разметки </a:t>
            </a:r>
            <a:br>
              <a:rPr lang="ru-RU" sz="4400" cap="none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sz="4400" cap="none" dirty="0">
                <a:solidFill>
                  <a:schemeClr val="tx1">
                    <a:lumMod val="10000"/>
                  </a:schemeClr>
                </a:solidFill>
              </a:rPr>
              <a:t>(на основе материалов </a:t>
            </a:r>
            <a:br>
              <a:rPr lang="ru-RU" sz="4400" cap="none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sz="4400" cap="none" dirty="0">
                <a:solidFill>
                  <a:schemeClr val="tx1">
                    <a:lumMod val="10000"/>
                  </a:schemeClr>
                </a:solidFill>
              </a:rPr>
              <a:t>с официального сайта ДВФУ)</a:t>
            </a:r>
            <a:br>
              <a:rPr lang="ru-RU" sz="4400" cap="none" dirty="0">
                <a:solidFill>
                  <a:schemeClr val="tx1">
                    <a:lumMod val="10000"/>
                  </a:schemeClr>
                </a:solidFill>
              </a:rPr>
            </a:br>
            <a:br>
              <a:rPr lang="ru-RU" sz="4400" cap="none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sz="3200" cap="none" dirty="0">
                <a:solidFill>
                  <a:schemeClr val="tx1">
                    <a:lumMod val="10000"/>
                  </a:schemeClr>
                </a:solidFill>
              </a:rPr>
              <a:t>Выполнено: Лезина Анна, Седова Ирина</a:t>
            </a:r>
            <a:endParaRPr lang="ru-RU" sz="4400" cap="none" dirty="0">
              <a:solidFill>
                <a:schemeClr val="tx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484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784D093-1160-6552-1209-651A68764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692" y="471486"/>
            <a:ext cx="9905999" cy="5258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>
                <a:solidFill>
                  <a:schemeClr val="tx1">
                    <a:lumMod val="10000"/>
                  </a:schemeClr>
                </a:solidFill>
              </a:rPr>
              <a:t>Цель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: провести сравнительное исследование морфологических характеристик исходного текста и его перевода с помощью инструментов автоматической обработки естественного языка.</a:t>
            </a:r>
          </a:p>
          <a:p>
            <a:pPr marL="0" indent="0">
              <a:buNone/>
            </a:pPr>
            <a:r>
              <a:rPr lang="ru-RU" u="sng" dirty="0">
                <a:solidFill>
                  <a:schemeClr val="tx1">
                    <a:lumMod val="10000"/>
                  </a:schemeClr>
                </a:solidFill>
              </a:rPr>
              <a:t>Задачи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: 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1. Отобрать статьи с официального сайта ДВФУ и их перевод.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2. Выполнить предобработку и токенизацию для всех текстов.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3. Реализовать автоматическую </a:t>
            </a:r>
            <a:r>
              <a:rPr lang="ru-RU" dirty="0" err="1">
                <a:solidFill>
                  <a:schemeClr val="tx1">
                    <a:lumMod val="10000"/>
                  </a:schemeClr>
                </a:solidFill>
              </a:rPr>
              <a:t>частеречную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 разметку (POS-</a:t>
            </a:r>
            <a:r>
              <a:rPr lang="ru-RU" dirty="0" err="1">
                <a:solidFill>
                  <a:schemeClr val="tx1">
                    <a:lumMod val="10000"/>
                  </a:schemeClr>
                </a:solidFill>
              </a:rPr>
              <a:t>tagging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) для английского текста и для русского перевода.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4. Провести количественный анализ полученных результатов.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996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AD8E7C-1701-EB45-7498-938C76397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2428" y="218207"/>
            <a:ext cx="5147137" cy="2206015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ru-RU" sz="3200" cap="none" dirty="0">
                <a:solidFill>
                  <a:schemeClr val="tx1">
                    <a:lumMod val="10000"/>
                  </a:schemeClr>
                </a:solidFill>
              </a:rPr>
              <a:t>Объем корпуса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cap="none" dirty="0">
                <a:solidFill>
                  <a:schemeClr val="tx1">
                    <a:lumMod val="10000"/>
                  </a:schemeClr>
                </a:solidFill>
              </a:rPr>
              <a:t>50 статей (по 25 на англ. и рус. языках)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cap="none" dirty="0">
                <a:solidFill>
                  <a:schemeClr val="tx1">
                    <a:lumMod val="10000"/>
                  </a:schemeClr>
                </a:solidFill>
              </a:rPr>
              <a:t>29 </a:t>
            </a:r>
            <a:r>
              <a:rPr lang="ru-RU" sz="3200" cap="none" dirty="0" err="1">
                <a:solidFill>
                  <a:schemeClr val="tx1">
                    <a:lumMod val="10000"/>
                  </a:schemeClr>
                </a:solidFill>
              </a:rPr>
              <a:t>тыс</a:t>
            </a:r>
            <a:r>
              <a:rPr lang="ru-RU" sz="3200" cap="none" dirty="0">
                <a:solidFill>
                  <a:schemeClr val="tx1">
                    <a:lumMod val="10000"/>
                  </a:schemeClr>
                </a:solidFill>
              </a:rPr>
              <a:t> слов </a:t>
            </a:r>
          </a:p>
        </p:txBody>
      </p:sp>
      <p:pic>
        <p:nvPicPr>
          <p:cNvPr id="5" name="Рисунок 4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DF03E7-7A50-DD31-C599-13F4A5E3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80" y="2870201"/>
            <a:ext cx="7320985" cy="387604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288EB7-1EEC-1F34-3F0E-DCAD6319D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5" y="123795"/>
            <a:ext cx="6579015" cy="350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61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406B0-16C9-696C-A69B-6D584137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490" y="90198"/>
            <a:ext cx="4636137" cy="147857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10000"/>
                  </a:schemeClr>
                </a:solidFill>
                <a:latin typeface="+mn-lt"/>
              </a:rPr>
              <a:t>Mystem</a:t>
            </a:r>
            <a:br>
              <a:rPr lang="ru-RU" dirty="0">
                <a:solidFill>
                  <a:schemeClr val="tx1">
                    <a:lumMod val="10000"/>
                  </a:schemeClr>
                </a:solidFill>
                <a:latin typeface="+mn-lt"/>
              </a:rPr>
            </a:br>
            <a:r>
              <a:rPr lang="ru-RU" cap="none" dirty="0">
                <a:solidFill>
                  <a:schemeClr val="tx1">
                    <a:lumMod val="10000"/>
                  </a:schemeClr>
                </a:solidFill>
                <a:latin typeface="+mn-lt"/>
              </a:rPr>
              <a:t>(Для русского языка)</a:t>
            </a:r>
            <a:endParaRPr lang="ru-RU" dirty="0">
              <a:solidFill>
                <a:schemeClr val="tx1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65B34B-4279-E68A-2CD5-800795668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9490" y="1473200"/>
            <a:ext cx="4878389" cy="277368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4400" dirty="0">
                <a:solidFill>
                  <a:schemeClr val="tx1">
                    <a:lumMod val="10000"/>
                  </a:schemeClr>
                </a:solidFill>
              </a:rPr>
              <a:t>Плюсы</a:t>
            </a:r>
            <a:r>
              <a:rPr lang="en-US" sz="4400" dirty="0">
                <a:solidFill>
                  <a:schemeClr val="tx1">
                    <a:lumMod val="10000"/>
                  </a:schemeClr>
                </a:solidFill>
              </a:rPr>
              <a:t>:</a:t>
            </a:r>
          </a:p>
          <a:p>
            <a:r>
              <a:rPr lang="ru-RU" sz="4400" dirty="0">
                <a:solidFill>
                  <a:schemeClr val="tx1">
                    <a:lumMod val="10000"/>
                  </a:schemeClr>
                </a:solidFill>
              </a:rPr>
              <a:t>В целом высокое качество;</a:t>
            </a:r>
          </a:p>
          <a:p>
            <a:r>
              <a:rPr lang="ru-RU" sz="4400" dirty="0">
                <a:solidFill>
                  <a:schemeClr val="tx1">
                    <a:lumMod val="10000"/>
                  </a:schemeClr>
                </a:solidFill>
              </a:rPr>
              <a:t>Разрешается омонимия;</a:t>
            </a:r>
          </a:p>
          <a:p>
            <a:r>
              <a:rPr lang="ru-RU" sz="4400" dirty="0">
                <a:solidFill>
                  <a:schemeClr val="tx1">
                    <a:lumMod val="10000"/>
                  </a:schemeClr>
                </a:solidFill>
              </a:rPr>
              <a:t>Учитывается контекст при разборе;</a:t>
            </a:r>
          </a:p>
          <a:p>
            <a:r>
              <a:rPr lang="ru-RU" sz="4400" dirty="0">
                <a:solidFill>
                  <a:schemeClr val="tx1">
                    <a:lumMod val="10000"/>
                  </a:schemeClr>
                </a:solidFill>
              </a:rPr>
              <a:t>Встроенная токенизация;</a:t>
            </a:r>
          </a:p>
          <a:p>
            <a:r>
              <a:rPr lang="ru-RU" sz="4400" dirty="0">
                <a:solidFill>
                  <a:schemeClr val="tx1">
                    <a:lumMod val="10000"/>
                  </a:schemeClr>
                </a:solidFill>
              </a:rPr>
              <a:t>Основан на разметке НКРЯ.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D90A26-2498-FAB0-88F8-8114BA841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7299" y="1515656"/>
            <a:ext cx="4875211" cy="234696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4500" dirty="0">
                <a:solidFill>
                  <a:schemeClr val="tx1">
                    <a:lumMod val="10000"/>
                  </a:schemeClr>
                </a:solidFill>
              </a:rPr>
              <a:t>Плюсы:</a:t>
            </a:r>
          </a:p>
          <a:p>
            <a:r>
              <a:rPr lang="ru-RU" sz="4500" dirty="0">
                <a:solidFill>
                  <a:schemeClr val="tx1">
                    <a:lumMod val="10000"/>
                  </a:schemeClr>
                </a:solidFill>
              </a:rPr>
              <a:t>Хорошо сочетается с другими инструментами NLTK;</a:t>
            </a:r>
          </a:p>
          <a:p>
            <a:r>
              <a:rPr lang="ru-RU" sz="4500" dirty="0">
                <a:solidFill>
                  <a:schemeClr val="tx1">
                    <a:lumMod val="10000"/>
                  </a:schemeClr>
                </a:solidFill>
              </a:rPr>
              <a:t>Можно создавать свои правила и кастомные </a:t>
            </a:r>
            <a:r>
              <a:rPr lang="ru-RU" sz="4500" dirty="0" err="1">
                <a:solidFill>
                  <a:schemeClr val="tx1">
                    <a:lumMod val="10000"/>
                  </a:schemeClr>
                </a:solidFill>
              </a:rPr>
              <a:t>теггеры</a:t>
            </a:r>
            <a:r>
              <a:rPr lang="ru-RU" sz="4500" dirty="0">
                <a:solidFill>
                  <a:schemeClr val="tx1">
                    <a:lumMod val="10000"/>
                  </a:schemeClr>
                </a:solidFill>
              </a:rPr>
              <a:t>. </a:t>
            </a:r>
          </a:p>
          <a:p>
            <a:endParaRPr lang="ru-RU" dirty="0">
              <a:solidFill>
                <a:schemeClr val="tx1">
                  <a:lumMod val="10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32A2889-8F15-F631-DF58-F8BBE9D7AB9E}"/>
              </a:ext>
            </a:extLst>
          </p:cNvPr>
          <p:cNvSpPr txBox="1">
            <a:spLocks/>
          </p:cNvSpPr>
          <p:nvPr/>
        </p:nvSpPr>
        <p:spPr>
          <a:xfrm>
            <a:off x="6532571" y="90198"/>
            <a:ext cx="503935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10000"/>
                  </a:schemeClr>
                </a:solidFill>
                <a:latin typeface="+mn-lt"/>
              </a:rPr>
              <a:t>NLTK</a:t>
            </a:r>
            <a:endParaRPr lang="ru-RU" dirty="0">
              <a:solidFill>
                <a:schemeClr val="tx1">
                  <a:lumMod val="10000"/>
                </a:schemeClr>
              </a:solidFill>
              <a:latin typeface="+mn-lt"/>
            </a:endParaRPr>
          </a:p>
          <a:p>
            <a:pPr algn="ctr"/>
            <a:r>
              <a:rPr lang="ru-RU" cap="none" dirty="0">
                <a:solidFill>
                  <a:schemeClr val="tx1">
                    <a:lumMod val="10000"/>
                  </a:schemeClr>
                </a:solidFill>
                <a:latin typeface="+mn-lt"/>
              </a:rPr>
              <a:t>(Для английского языка)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853EC-1A28-00DB-A672-6D501B01F3BD}"/>
              </a:ext>
            </a:extLst>
          </p:cNvPr>
          <p:cNvSpPr txBox="1"/>
          <p:nvPr/>
        </p:nvSpPr>
        <p:spPr>
          <a:xfrm>
            <a:off x="1094739" y="4305666"/>
            <a:ext cx="48031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indent="-230400">
              <a:spcBef>
                <a:spcPts val="600"/>
              </a:spcBef>
              <a:buNone/>
            </a:pP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Минусы:</a:t>
            </a:r>
          </a:p>
          <a:p>
            <a:pPr marL="230400" indent="-230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Медленный;</a:t>
            </a:r>
          </a:p>
          <a:p>
            <a:pPr marL="230400" indent="-230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Требует некоторой работы для вывода на экран в удобочитаемом виде.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EBB20-5514-9F99-B062-DB5FBEAE15B9}"/>
              </a:ext>
            </a:extLst>
          </p:cNvPr>
          <p:cNvSpPr txBox="1"/>
          <p:nvPr/>
        </p:nvSpPr>
        <p:spPr>
          <a:xfrm>
            <a:off x="6096000" y="4246880"/>
            <a:ext cx="610108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indent="-230400">
              <a:spcBef>
                <a:spcPts val="600"/>
              </a:spcBef>
              <a:buNone/>
            </a:pP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Минусы: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Устаревшие модели уступают современным нейросетевым;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Медленный;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Не учитывает контекст предложения.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977716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FD6BA3-0D58-4DF0-6987-261A293DD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304" y="30371"/>
            <a:ext cx="8812211" cy="721360"/>
          </a:xfrm>
        </p:spPr>
        <p:txBody>
          <a:bodyPr>
            <a:normAutofit/>
          </a:bodyPr>
          <a:lstStyle/>
          <a:p>
            <a:pPr algn="ctr"/>
            <a:r>
              <a:rPr lang="ru-RU" cap="none" dirty="0">
                <a:solidFill>
                  <a:schemeClr val="tx1">
                    <a:lumMod val="10000"/>
                  </a:schemeClr>
                </a:solidFill>
                <a:latin typeface="+mn-lt"/>
              </a:rPr>
              <a:t>Результаты (английские тексты)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FE1D5-AC0E-4EDB-59BD-09BB50007AE3}"/>
              </a:ext>
            </a:extLst>
          </p:cNvPr>
          <p:cNvSpPr txBox="1"/>
          <p:nvPr/>
        </p:nvSpPr>
        <p:spPr>
          <a:xfrm>
            <a:off x="3888740" y="802065"/>
            <a:ext cx="538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Длина текста после очистки: 16171 слов</a:t>
            </a:r>
          </a:p>
          <a:p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Количество размеченных токенов: 16239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488E4F-C5C3-2AAB-78ED-7EFA401B01EA}"/>
              </a:ext>
            </a:extLst>
          </p:cNvPr>
          <p:cNvSpPr txBox="1"/>
          <p:nvPr/>
        </p:nvSpPr>
        <p:spPr>
          <a:xfrm>
            <a:off x="3789680" y="2331979"/>
            <a:ext cx="5100320" cy="317009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1.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fefu_ADJ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2.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students_NOUN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3.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win_VERB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4.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four_NUM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5.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awards_NOUN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6.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at_ADP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7.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the_DET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8.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acrobatic_NOUN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9.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rock_NOUN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10.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n_CONJ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11.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roll_NOUN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12.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world_NOUN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13.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cup_NOUN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14.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in_ADP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15.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kazakhstan_NOUN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16.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the_DET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17.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team_NOUN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18.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of_ADP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19.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far_NOUN</a:t>
            </a:r>
            <a:endParaRPr lang="en-US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20. </a:t>
            </a:r>
            <a:r>
              <a:rPr lang="en-US" sz="2000" dirty="0" err="1">
                <a:solidFill>
                  <a:schemeClr val="tx1">
                    <a:lumMod val="10000"/>
                  </a:schemeClr>
                </a:solidFill>
              </a:rPr>
              <a:t>eastern_NOUN</a:t>
            </a:r>
            <a:endParaRPr lang="ru-RU" sz="2000" dirty="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B62EA5-EA1A-3537-5949-7EE7C1C1C2CC}"/>
              </a:ext>
            </a:extLst>
          </p:cNvPr>
          <p:cNvSpPr txBox="1"/>
          <p:nvPr/>
        </p:nvSpPr>
        <p:spPr>
          <a:xfrm>
            <a:off x="4173220" y="1753791"/>
            <a:ext cx="40563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Первые 20 размеченных токенов:</a:t>
            </a:r>
            <a:br>
              <a:rPr lang="ru-RU" sz="2000" dirty="0">
                <a:solidFill>
                  <a:schemeClr val="tx1">
                    <a:lumMod val="10000"/>
                  </a:schemeClr>
                </a:solidFill>
              </a:rPr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95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6DD9E-BF2C-37B0-66A6-2E9C449A5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CF26C-F65F-493C-F903-E2F1D834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721360"/>
          </a:xfrm>
        </p:spPr>
        <p:txBody>
          <a:bodyPr>
            <a:normAutofit/>
          </a:bodyPr>
          <a:lstStyle/>
          <a:p>
            <a:pPr algn="ctr"/>
            <a:r>
              <a:rPr lang="ru-RU" cap="none" dirty="0">
                <a:solidFill>
                  <a:schemeClr val="tx1">
                    <a:lumMod val="10000"/>
                  </a:schemeClr>
                </a:solidFill>
                <a:latin typeface="+mn-lt"/>
              </a:rPr>
              <a:t>Результаты (русские тексты)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63E73-073C-5117-D25F-45505A07F499}"/>
              </a:ext>
            </a:extLst>
          </p:cNvPr>
          <p:cNvSpPr txBox="1"/>
          <p:nvPr/>
        </p:nvSpPr>
        <p:spPr>
          <a:xfrm>
            <a:off x="3627120" y="726183"/>
            <a:ext cx="477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Длина текста после очистки: 13033 слов</a:t>
            </a:r>
            <a:br>
              <a:rPr lang="ru-RU" sz="2000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Количество размеченных токенов: 12808</a:t>
            </a:r>
            <a:endParaRPr lang="ru-RU" sz="2000" dirty="0">
              <a:solidFill>
                <a:schemeClr val="tx1">
                  <a:lumMod val="10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5E21DF-DF90-8474-9E19-17E9E9B2FFB6}"/>
              </a:ext>
            </a:extLst>
          </p:cNvPr>
          <p:cNvSpPr txBox="1"/>
          <p:nvPr/>
        </p:nvSpPr>
        <p:spPr>
          <a:xfrm>
            <a:off x="3312160" y="2095978"/>
            <a:ext cx="5831840" cy="347787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  1. студенты_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2. </a:t>
            </a:r>
            <a:r>
              <a:rPr lang="ru-RU" sz="2000" dirty="0" err="1">
                <a:solidFill>
                  <a:schemeClr val="tx1">
                    <a:lumMod val="10000"/>
                  </a:schemeClr>
                </a:solidFill>
              </a:rPr>
              <a:t>двфу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3.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завоевали_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V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4.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четыре_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NUM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5.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кубка_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6.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мира_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7.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по_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PR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8.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акробатическому_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A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 9.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рок_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10.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н_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11.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роллу_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12.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в_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PR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13. </a:t>
            </a:r>
            <a:r>
              <a:rPr lang="ru-RU" sz="2000" dirty="0" err="1">
                <a:solidFill>
                  <a:schemeClr val="tx1">
                    <a:lumMod val="10000"/>
                  </a:schemeClr>
                </a:solidFill>
              </a:rPr>
              <a:t>казахстане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14.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сборная_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15.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дальневосточного_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A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16.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федерального_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A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17.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университета_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18. </a:t>
            </a:r>
            <a:r>
              <a:rPr lang="ru-RU" sz="2000" dirty="0" err="1">
                <a:solidFill>
                  <a:schemeClr val="tx1">
                    <a:lumMod val="10000"/>
                  </a:schemeClr>
                </a:solidFill>
              </a:rPr>
              <a:t>двфу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19.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и_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CONJ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 20. 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танцоры_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S</a:t>
            </a:r>
            <a:endParaRPr lang="ru-RU" sz="2000" dirty="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D717EA-E536-BD0E-D90F-1455EB82CD38}"/>
              </a:ext>
            </a:extLst>
          </p:cNvPr>
          <p:cNvSpPr txBox="1"/>
          <p:nvPr/>
        </p:nvSpPr>
        <p:spPr>
          <a:xfrm>
            <a:off x="4069080" y="1550652"/>
            <a:ext cx="4053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Первые 20 размеченных токенов:</a:t>
            </a:r>
            <a:br>
              <a:rPr lang="ru-RU" sz="2000" dirty="0">
                <a:solidFill>
                  <a:schemeClr val="tx1">
                    <a:lumMod val="10000"/>
                  </a:schemeClr>
                </a:solidFill>
              </a:rPr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54574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A1E7BB-460B-F899-F9BE-51345CEF9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3740" y="147003"/>
            <a:ext cx="5393057" cy="645477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tx1">
                    <a:lumMod val="10000"/>
                  </a:schemeClr>
                </a:solidFill>
              </a:rPr>
              <a:t>Сравнение результатов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62CD97-54E8-CDA1-36AE-E0FE07F9C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5095" y="883920"/>
            <a:ext cx="3847149" cy="934720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Распределение частей речи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1D000-65FC-55B1-F4A1-56FDE5045B63}"/>
              </a:ext>
            </a:extLst>
          </p:cNvPr>
          <p:cNvSpPr txBox="1"/>
          <p:nvPr/>
        </p:nvSpPr>
        <p:spPr>
          <a:xfrm>
            <a:off x="2704460" y="1516344"/>
            <a:ext cx="318420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В русском тексте:</a:t>
            </a:r>
            <a:br>
              <a:rPr lang="ru-RU" sz="2000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S  : 5941 ( 46.4%)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A  : 2322 ( 18.1%)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PR  : 1378 ( 10.8%)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V  : 1191 (  9.3%)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CONJ  :  876 (  6.8%)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APRO :  324 (  2.5%)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ADV  :  318 (  2.5%)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SPRO  :  135 (  1.1%)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PART  :   89 (  0.7%)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ANUM   :   51 (  0.4%)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NUM  :   46 (  0.4%)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ADVPRO  :   42 (  0.3%)</a:t>
            </a:r>
          </a:p>
          <a:p>
            <a:r>
              <a:rPr lang="pt-BR" sz="2000" dirty="0">
                <a:solidFill>
                  <a:schemeClr val="tx1">
                    <a:lumMod val="10000"/>
                  </a:schemeClr>
                </a:solidFill>
              </a:rPr>
              <a:t>COM  :   24 (  0.2%)</a:t>
            </a:r>
          </a:p>
          <a:p>
            <a:br>
              <a:rPr lang="en-US" sz="2000" dirty="0"/>
            </a:b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5589B-AAFB-F81C-25F9-D785AB99188D}"/>
              </a:ext>
            </a:extLst>
          </p:cNvPr>
          <p:cNvSpPr txBox="1"/>
          <p:nvPr/>
        </p:nvSpPr>
        <p:spPr>
          <a:xfrm>
            <a:off x="6781801" y="1516344"/>
            <a:ext cx="318420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В английском тексте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:</a:t>
            </a:r>
            <a:br>
              <a:rPr lang="ru-RU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NOUN : 6703 ( 41.3%)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ADP</a:t>
            </a:r>
            <a:r>
              <a:rPr lang="ru-RU" sz="2000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: 2274 ( 14.0%)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VERB : 1961 ( 12.1%)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DET : 1691 ( 10.4%)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ADJ : 1629 ( 10.0%)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CONJ :  760 (  4.7%)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ADV :  340 (  2.1%)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PRT :  339 (  2.1%)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PRON  :  316 (  1.9%)</a:t>
            </a: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NUM  :  213 (  1.3%)</a:t>
            </a:r>
            <a:endParaRPr lang="ru-RU" sz="20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10000"/>
                  </a:schemeClr>
                </a:solidFill>
              </a:rPr>
              <a:t>X  :   9 (  0.1%)</a:t>
            </a:r>
            <a:br>
              <a:rPr lang="en-US" sz="2000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4912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0D819-DB99-A18C-921D-5194541D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9" y="159387"/>
            <a:ext cx="4016691" cy="663574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Трансформации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870DC1-384B-F1D0-38F1-80B82586C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440" y="1104740"/>
            <a:ext cx="10317480" cy="530622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НОМИНАЛИЗАЦИЯ → ВЕРБАЛИЗАЦИЯ </a:t>
            </a:r>
          </a:p>
          <a:p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(Русский: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отглагольное существительное или именная конструкция</a:t>
            </a:r>
            <a:br>
              <a:rPr lang="ru-RU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Английский: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глагольная конструкция</a:t>
            </a:r>
          </a:p>
          <a:p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Примеры:</a:t>
            </a:r>
            <a:endParaRPr lang="ru-RU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RU: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«подписание соглашения»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(отглагольное сущ. S)</a:t>
            </a:r>
            <a:br>
              <a:rPr lang="ru-RU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EN: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«</a:t>
            </a:r>
            <a:r>
              <a:rPr lang="ru-RU" i="1" dirty="0" err="1">
                <a:solidFill>
                  <a:schemeClr val="tx1">
                    <a:lumMod val="10000"/>
                  </a:schemeClr>
                </a:solidFill>
              </a:rPr>
              <a:t>signed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tx1">
                    <a:lumMod val="10000"/>
                  </a:schemeClr>
                </a:solidFill>
              </a:rPr>
              <a:t>an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tx1">
                    <a:lumMod val="10000"/>
                  </a:schemeClr>
                </a:solidFill>
              </a:rPr>
              <a:t>agreement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»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(глагол VERB)</a:t>
            </a:r>
            <a:br>
              <a:rPr lang="ru-RU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Трансформация: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S → VERB</a:t>
            </a:r>
          </a:p>
          <a:p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RU: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«проведение конференции»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(отглагольное сущ. S)</a:t>
            </a:r>
            <a:br>
              <a:rPr lang="ru-RU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EN: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«</a:t>
            </a:r>
            <a:r>
              <a:rPr lang="ru-RU" i="1" dirty="0" err="1">
                <a:solidFill>
                  <a:schemeClr val="tx1">
                    <a:lumMod val="10000"/>
                  </a:schemeClr>
                </a:solidFill>
              </a:rPr>
              <a:t>hosted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tx1">
                    <a:lumMod val="10000"/>
                  </a:schemeClr>
                </a:solidFill>
              </a:rPr>
              <a:t>the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tx1">
                    <a:lumMod val="10000"/>
                  </a:schemeClr>
                </a:solidFill>
              </a:rPr>
              <a:t>conference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»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(глагол VERB)</a:t>
            </a:r>
            <a:br>
              <a:rPr lang="ru-RU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Трансформация: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S → VERB</a:t>
            </a:r>
          </a:p>
          <a:p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RU: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«развитие сотрудничества»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(два отглагольных сущ. S)</a:t>
            </a:r>
            <a:br>
              <a:rPr lang="ru-RU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EN: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«to </a:t>
            </a:r>
            <a:r>
              <a:rPr lang="ru-RU" i="1" dirty="0" err="1">
                <a:solidFill>
                  <a:schemeClr val="tx1">
                    <a:lumMod val="10000"/>
                  </a:schemeClr>
                </a:solidFill>
              </a:rPr>
              <a:t>develop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tx1">
                    <a:lumMod val="10000"/>
                  </a:schemeClr>
                </a:solidFill>
              </a:rPr>
              <a:t>cooperation</a:t>
            </a:r>
            <a:r>
              <a:rPr lang="ru-RU" i="1" dirty="0">
                <a:solidFill>
                  <a:schemeClr val="tx1">
                    <a:lumMod val="10000"/>
                  </a:schemeClr>
                </a:solidFill>
              </a:rPr>
              <a:t>»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(инфинитив VERB + сущ.)</a:t>
            </a:r>
          </a:p>
          <a:p>
            <a:r>
              <a:rPr lang="ru-RU" b="1" dirty="0">
                <a:solidFill>
                  <a:schemeClr val="tx1">
                    <a:lumMod val="10000"/>
                  </a:schemeClr>
                </a:solidFill>
              </a:rPr>
              <a:t>Трансформация:</a:t>
            </a:r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 S → VERB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889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61F75-7D8B-5D96-44C6-C9860D66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30781-9B47-4C5A-FAEE-6E60C7EA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9" y="159387"/>
            <a:ext cx="4016691" cy="663574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Трансформации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9C7F7E-DED3-974B-2137-B5405F3BA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440" y="1104740"/>
            <a:ext cx="10317480" cy="5306220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2. ПРИЛАГАТЕЛЬНОЕ → СУЩЕСТВИТЕЛЬНОЕ </a:t>
            </a:r>
          </a:p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Русский: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длинная цепочка прилагательных</a:t>
            </a:r>
            <a:br>
              <a:rPr lang="ru-RU" sz="2400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Английский: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существительное в атрибутивной функции или предложная конструкция</a:t>
            </a:r>
          </a:p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Примеры:</a:t>
            </a:r>
            <a:endParaRPr lang="ru-RU" sz="24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10000"/>
                  </a:schemeClr>
                </a:solidFill>
              </a:rPr>
              <a:t>RU:</a:t>
            </a:r>
            <a:r>
              <a:rPr lang="en-US" sz="2400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en-US" sz="2400" i="1" dirty="0">
                <a:solidFill>
                  <a:schemeClr val="tx1">
                    <a:lumMod val="10000"/>
                  </a:schemeClr>
                </a:solidFill>
              </a:rPr>
              <a:t>«</a:t>
            </a:r>
            <a:r>
              <a:rPr lang="ru-RU" sz="2400" i="1" dirty="0">
                <a:solidFill>
                  <a:schemeClr val="tx1">
                    <a:lumMod val="10000"/>
                  </a:schemeClr>
                </a:solidFill>
              </a:rPr>
              <a:t>российско-китайское сотрудничество»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(</a:t>
            </a:r>
            <a:r>
              <a:rPr lang="en-US" sz="2400" dirty="0">
                <a:solidFill>
                  <a:schemeClr val="tx1">
                    <a:lumMod val="10000"/>
                  </a:schemeClr>
                </a:solidFill>
              </a:rPr>
              <a:t>A S)</a:t>
            </a:r>
            <a:br>
              <a:rPr lang="en-US" sz="2400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en-US" sz="2400" b="1" dirty="0">
                <a:solidFill>
                  <a:schemeClr val="tx1">
                    <a:lumMod val="10000"/>
                  </a:schemeClr>
                </a:solidFill>
              </a:rPr>
              <a:t>EN:</a:t>
            </a:r>
            <a:r>
              <a:rPr lang="en-US" sz="2400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sz="2400" i="1" dirty="0">
                <a:solidFill>
                  <a:schemeClr val="tx1">
                    <a:lumMod val="10000"/>
                  </a:schemeClr>
                </a:solidFill>
              </a:rPr>
              <a:t>«</a:t>
            </a:r>
            <a:r>
              <a:rPr lang="en-US" sz="2400" i="1" dirty="0">
                <a:solidFill>
                  <a:schemeClr val="tx1">
                    <a:lumMod val="10000"/>
                  </a:schemeClr>
                </a:solidFill>
              </a:rPr>
              <a:t>cooperation between Russia and China»</a:t>
            </a:r>
            <a:r>
              <a:rPr lang="en-US" sz="2400" dirty="0">
                <a:solidFill>
                  <a:schemeClr val="tx1">
                    <a:lumMod val="10000"/>
                  </a:schemeClr>
                </a:solidFill>
              </a:rPr>
              <a:t> (NOUN PR NOUN CONJ NOUN)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356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6960-4499-7165-9478-4E6650F8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F6AA1-1C2B-319A-203A-FD7933136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9" y="159387"/>
            <a:ext cx="4016691" cy="663574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Трансформации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A08565-74D1-554B-ABE2-726CAEF3C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440" y="1104740"/>
            <a:ext cx="10317480" cy="5306220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3. НАРЕЧИЕ → ПРИЛАГАТЕЛЬНОЕ / ДРУГАЯ КОНСТРУКЦИЯ</a:t>
            </a:r>
          </a:p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Русский: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наречие при глаголе</a:t>
            </a:r>
            <a:br>
              <a:rPr lang="ru-RU" sz="2400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Английский: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прилагательное при существительном или иная структура</a:t>
            </a:r>
          </a:p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Пример:</a:t>
            </a:r>
            <a:endParaRPr lang="ru-RU" sz="24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RU: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sz="2400" i="1" dirty="0">
                <a:solidFill>
                  <a:schemeClr val="tx1">
                    <a:lumMod val="10000"/>
                  </a:schemeClr>
                </a:solidFill>
              </a:rPr>
              <a:t>«активно развивает»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(ADV V)</a:t>
            </a:r>
            <a:br>
              <a:rPr lang="ru-RU" sz="2400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EN: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sz="2400" i="1" dirty="0">
                <a:solidFill>
                  <a:schemeClr val="tx1">
                    <a:lumMod val="10000"/>
                  </a:schemeClr>
                </a:solidFill>
              </a:rPr>
              <a:t>«</a:t>
            </a:r>
            <a:r>
              <a:rPr lang="ru-RU" sz="2400" i="1" dirty="0" err="1">
                <a:solidFill>
                  <a:schemeClr val="tx1">
                    <a:lumMod val="10000"/>
                  </a:schemeClr>
                </a:solidFill>
              </a:rPr>
              <a:t>active</a:t>
            </a:r>
            <a:r>
              <a:rPr lang="ru-RU" sz="2400" i="1" dirty="0">
                <a:solidFill>
                  <a:schemeClr val="tx1">
                    <a:lumMod val="10000"/>
                  </a:schemeClr>
                </a:solidFill>
              </a:rPr>
              <a:t> </a:t>
            </a:r>
            <a:r>
              <a:rPr lang="ru-RU" sz="2400" i="1" dirty="0" err="1">
                <a:solidFill>
                  <a:schemeClr val="tx1">
                    <a:lumMod val="10000"/>
                  </a:schemeClr>
                </a:solidFill>
              </a:rPr>
              <a:t>development</a:t>
            </a:r>
            <a:r>
              <a:rPr lang="ru-RU" sz="2400" i="1" dirty="0">
                <a:solidFill>
                  <a:schemeClr val="tx1">
                    <a:lumMod val="10000"/>
                  </a:schemeClr>
                </a:solidFill>
              </a:rPr>
              <a:t>»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(ADJ NOUN) – номинализация с заменой части речи.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732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375D9-EC0B-B1B1-9FEA-32F72858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7C5612-D929-1C2E-D126-F15FAEF9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9" y="159387"/>
            <a:ext cx="4016691" cy="663574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Трансформации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3387EB-888F-A1D7-C87D-9B625914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440" y="1104740"/>
            <a:ext cx="10317480" cy="530622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4. </a:t>
            </a:r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ПАДЕЖНЫЕ ФОРМЫ → ПРЕДЛОЖНЫЕ КОНСТРУКЦИИ</a:t>
            </a:r>
          </a:p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Русский: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родительный падеж существительного</a:t>
            </a:r>
            <a:br>
              <a:rPr lang="ru-RU" sz="2400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Английский: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предлог </a:t>
            </a:r>
            <a:r>
              <a:rPr lang="ru-RU" sz="2400" dirty="0" err="1">
                <a:solidFill>
                  <a:schemeClr val="tx1">
                    <a:lumMod val="10000"/>
                  </a:schemeClr>
                </a:solidFill>
              </a:rPr>
              <a:t>of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+ существительное</a:t>
            </a:r>
          </a:p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Пример:</a:t>
            </a:r>
            <a:endParaRPr lang="ru-RU" sz="2400" dirty="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RU: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sz="2400" i="1" dirty="0">
                <a:solidFill>
                  <a:schemeClr val="tx1">
                    <a:lumMod val="10000"/>
                  </a:schemeClr>
                </a:solidFill>
              </a:rPr>
              <a:t>«университета ДВФУ»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(S в род. падеже)</a:t>
            </a:r>
            <a:br>
              <a:rPr lang="ru-RU" sz="2400" dirty="0">
                <a:solidFill>
                  <a:schemeClr val="tx1">
                    <a:lumMod val="10000"/>
                  </a:schemeClr>
                </a:solidFill>
              </a:rPr>
            </a:br>
            <a:r>
              <a:rPr lang="ru-RU" sz="2400" b="1" dirty="0">
                <a:solidFill>
                  <a:schemeClr val="tx1">
                    <a:lumMod val="10000"/>
                  </a:schemeClr>
                </a:solidFill>
              </a:rPr>
              <a:t>EN: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</a:t>
            </a:r>
            <a:r>
              <a:rPr lang="ru-RU" sz="2400" i="1" dirty="0">
                <a:solidFill>
                  <a:schemeClr val="tx1">
                    <a:lumMod val="10000"/>
                  </a:schemeClr>
                </a:solidFill>
              </a:rPr>
              <a:t>«</a:t>
            </a:r>
            <a:r>
              <a:rPr lang="ru-RU" sz="2400" i="1" dirty="0" err="1">
                <a:solidFill>
                  <a:schemeClr val="tx1">
                    <a:lumMod val="10000"/>
                  </a:schemeClr>
                </a:solidFill>
              </a:rPr>
              <a:t>of</a:t>
            </a:r>
            <a:r>
              <a:rPr lang="ru-RU" sz="2400" i="1" dirty="0">
                <a:solidFill>
                  <a:schemeClr val="tx1">
                    <a:lumMod val="10000"/>
                  </a:schemeClr>
                </a:solidFill>
              </a:rPr>
              <a:t> FEFU University»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 (ADP NOUN)</a:t>
            </a:r>
            <a:br>
              <a:rPr lang="ru-RU" sz="2400" dirty="0">
                <a:solidFill>
                  <a:schemeClr val="tx1">
                    <a:lumMod val="10000"/>
                  </a:schemeClr>
                </a:solidFill>
              </a:rPr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21005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29360-108B-97E6-8BE3-608D764E4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613" y="201958"/>
            <a:ext cx="2130107" cy="793722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10000"/>
                  </a:schemeClr>
                </a:solidFill>
              </a:rPr>
              <a:t>выводы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F8294-41C0-F98D-A534-F983F3BB1824}"/>
              </a:ext>
            </a:extLst>
          </p:cNvPr>
          <p:cNvSpPr txBox="1"/>
          <p:nvPr/>
        </p:nvSpPr>
        <p:spPr>
          <a:xfrm>
            <a:off x="1117600" y="1168400"/>
            <a:ext cx="9956800" cy="2804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В английском переводе на 27% больше токенов (16,239 против 12,808).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В русском тексте больше уникальных слов (4,060 против 2,598).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Разметка </a:t>
            </a:r>
            <a:r>
              <a:rPr lang="ru-RU" sz="2400" dirty="0" err="1">
                <a:solidFill>
                  <a:schemeClr val="tx1">
                    <a:lumMod val="10000"/>
                  </a:schemeClr>
                </a:solidFill>
              </a:rPr>
              <a:t>Mystem</a:t>
            </a: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 справилась лучше чем NLTK.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400" dirty="0">
                <a:solidFill>
                  <a:schemeClr val="tx1">
                    <a:lumMod val="10000"/>
                  </a:schemeClr>
                </a:solidFill>
              </a:rPr>
              <a:t>В русских и английских текстах разное соотношение частей речи.</a:t>
            </a:r>
          </a:p>
        </p:txBody>
      </p:sp>
    </p:spTree>
    <p:extLst>
      <p:ext uri="{BB962C8B-B14F-4D97-AF65-F5344CB8AC3E}">
        <p14:creationId xmlns:p14="http://schemas.microsoft.com/office/powerpoint/2010/main" val="40787127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Другая 1">
      <a:dk1>
        <a:srgbClr val="92D050"/>
      </a:dk1>
      <a:lt1>
        <a:srgbClr val="F3F1EC"/>
      </a:lt1>
      <a:dk2>
        <a:srgbClr val="92D050"/>
      </a:dk2>
      <a:lt2>
        <a:srgbClr val="EEEEEE"/>
      </a:lt2>
      <a:accent1>
        <a:srgbClr val="92D050"/>
      </a:accent1>
      <a:accent2>
        <a:srgbClr val="6C6B68"/>
      </a:accent2>
      <a:accent3>
        <a:srgbClr val="A5A4A2"/>
      </a:accent3>
      <a:accent4>
        <a:srgbClr val="CDCCCA"/>
      </a:accent4>
      <a:accent5>
        <a:srgbClr val="F5F1EC"/>
      </a:accent5>
      <a:accent6>
        <a:srgbClr val="FFFFFF"/>
      </a:accent6>
      <a:hlink>
        <a:srgbClr val="A5A4A2"/>
      </a:hlink>
      <a:folHlink>
        <a:srgbClr val="0097A7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592</TotalTime>
  <Words>956</Words>
  <Application>Microsoft Office PowerPoint</Application>
  <PresentationFormat>Широкоэкранный</PresentationFormat>
  <Paragraphs>133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Arial</vt:lpstr>
      <vt:lpstr>Garamond</vt:lpstr>
      <vt:lpstr>Tw Cen MT</vt:lpstr>
      <vt:lpstr>Контур</vt:lpstr>
      <vt:lpstr>Сравнительный лингвистический анализ текста оригинала и перевода с использованием автоматической  POS-разметки  (на основе материалов  с официального сайта ДВФУ)  Выполнено: Лезина Анна, Седова Ирина</vt:lpstr>
      <vt:lpstr>Презентация PowerPoint</vt:lpstr>
      <vt:lpstr>Презентация PowerPoint</vt:lpstr>
      <vt:lpstr>Mystem (Для русского языка)</vt:lpstr>
      <vt:lpstr>Результаты (английские тексты)</vt:lpstr>
      <vt:lpstr>Результаты (русские тексты)</vt:lpstr>
      <vt:lpstr>Сравнение результатов</vt:lpstr>
      <vt:lpstr>Трансформации</vt:lpstr>
      <vt:lpstr>Трансформации</vt:lpstr>
      <vt:lpstr>Трансформации</vt:lpstr>
      <vt:lpstr>Трансформации</vt:lpstr>
      <vt:lpstr>выводы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Ирина Седова</dc:creator>
  <cp:lastModifiedBy>Ирина Седова</cp:lastModifiedBy>
  <cp:revision>5</cp:revision>
  <dcterms:created xsi:type="dcterms:W3CDTF">2025-12-22T02:19:59Z</dcterms:created>
  <dcterms:modified xsi:type="dcterms:W3CDTF">2026-01-14T09:25:01Z</dcterms:modified>
</cp:coreProperties>
</file>